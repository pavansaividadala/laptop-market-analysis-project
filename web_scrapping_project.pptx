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4.jpg" ContentType="image/jpeg"/>
  <Override PartName="/ppt/media/image37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312" r:id="rId4"/>
    <p:sldId id="313" r:id="rId5"/>
    <p:sldId id="314" r:id="rId6"/>
    <p:sldId id="315" r:id="rId7"/>
    <p:sldId id="262" r:id="rId8"/>
    <p:sldId id="260" r:id="rId9"/>
    <p:sldId id="316" r:id="rId10"/>
    <p:sldId id="272" r:id="rId11"/>
    <p:sldId id="317" r:id="rId12"/>
    <p:sldId id="263" r:id="rId13"/>
    <p:sldId id="264" r:id="rId14"/>
    <p:sldId id="265" r:id="rId15"/>
    <p:sldId id="266" r:id="rId16"/>
    <p:sldId id="267" r:id="rId17"/>
    <p:sldId id="268" r:id="rId18"/>
    <p:sldId id="305" r:id="rId19"/>
    <p:sldId id="310" r:id="rId20"/>
    <p:sldId id="311" r:id="rId2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>
      <p:cViewPr varScale="1">
        <p:scale>
          <a:sx n="52" d="100"/>
          <a:sy n="52" d="100"/>
        </p:scale>
        <p:origin x="878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458186-5357-4847-BC6C-0B38ED55DF8D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59D744-4EA9-456B-89FA-6664AE497D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474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02583" y="561996"/>
            <a:ext cx="6682833" cy="833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3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221346" y="9277473"/>
            <a:ext cx="4838128" cy="100952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01364" y="561996"/>
            <a:ext cx="15885270" cy="833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3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51716" y="2574578"/>
            <a:ext cx="11830685" cy="66586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ance.thirteenmonths.co.uk/computer-mouse-14-different-types-of-mouse-for-your-computer/" TargetMode="External"/><Relationship Id="rId5" Type="http://schemas.openxmlformats.org/officeDocument/2006/relationships/image" Target="../media/image4.jpg"/><Relationship Id="rId4" Type="http://schemas.openxmlformats.org/officeDocument/2006/relationships/hyperlink" Target="https://dienthoaivui.com.vn/laptop-dell-latitude-7320-detachable-0tnw0h-cu-tray-xuoc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trainwithshubham.com/s/pages/success-stories" TargetMode="Externa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34.jpg"/><Relationship Id="rId4" Type="http://schemas.openxmlformats.org/officeDocument/2006/relationships/image" Target="../media/image33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amma.app/?utm_source=made-with-gamma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fity.club/lists/suggestions/logo-de-conclusion/" TargetMode="External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25" y="0"/>
            <a:ext cx="13886928" cy="3235017"/>
          </a:xfrm>
          <a:prstGeom prst="rect">
            <a:avLst/>
          </a:prstGeom>
        </p:spPr>
      </p:pic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7482205" y="3889437"/>
            <a:ext cx="3323590" cy="6445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50" b="1" dirty="0">
                <a:solidFill>
                  <a:srgbClr val="E42328"/>
                </a:solidFill>
                <a:latin typeface="Times New Roman"/>
                <a:cs typeface="Times New Roman"/>
              </a:rPr>
              <a:t>PROJECT</a:t>
            </a:r>
            <a:r>
              <a:rPr sz="4050" b="1" spc="-105" dirty="0">
                <a:solidFill>
                  <a:srgbClr val="E42328"/>
                </a:solidFill>
                <a:latin typeface="Times New Roman"/>
                <a:cs typeface="Times New Roman"/>
              </a:rPr>
              <a:t> </a:t>
            </a:r>
            <a:r>
              <a:rPr sz="4050" b="1" spc="-25" dirty="0">
                <a:solidFill>
                  <a:srgbClr val="E42328"/>
                </a:solidFill>
                <a:latin typeface="Times New Roman"/>
                <a:cs typeface="Times New Roman"/>
              </a:rPr>
              <a:t>ON</a:t>
            </a:r>
            <a:endParaRPr sz="4050" dirty="0">
              <a:latin typeface="Times New Roman"/>
              <a:cs typeface="Times New Roman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FF1424C-5C1A-FB2B-2FC7-3B4D78B765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-57727" y="3235017"/>
            <a:ext cx="7265837" cy="726583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18C9100-93F4-7210-3E5E-1A10E4EB68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 rot="7420891">
            <a:off x="14040664" y="-793083"/>
            <a:ext cx="5962650" cy="399097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5847179-7B63-760B-9774-58F678D87297}"/>
              </a:ext>
            </a:extLst>
          </p:cNvPr>
          <p:cNvSpPr txBox="1"/>
          <p:nvPr/>
        </p:nvSpPr>
        <p:spPr>
          <a:xfrm>
            <a:off x="3962400" y="5146595"/>
            <a:ext cx="11811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dirty="0">
                <a:latin typeface="Berlin Sans FB Demi" panose="020E0802020502020306" pitchFamily="34" charset="0"/>
              </a:rPr>
              <a:t>Laptop Market Analysis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F6681D6-4EA1-4D56-AC94-EF2C75A067CC}"/>
              </a:ext>
            </a:extLst>
          </p:cNvPr>
          <p:cNvSpPr txBox="1"/>
          <p:nvPr/>
        </p:nvSpPr>
        <p:spPr>
          <a:xfrm>
            <a:off x="11814167" y="7049199"/>
            <a:ext cx="3733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>
                <a:latin typeface="Aptos Narrow" panose="020B0004020202020204" pitchFamily="34" charset="0"/>
              </a:rPr>
              <a:t>PRESENTED BY  </a:t>
            </a:r>
            <a:r>
              <a:rPr lang="en-US" sz="3200" dirty="0">
                <a:latin typeface="Arial Black" panose="020B0A04020102020204" pitchFamily="34" charset="0"/>
              </a:rPr>
              <a:t>:</a:t>
            </a:r>
          </a:p>
          <a:p>
            <a:pPr algn="ctr"/>
            <a:r>
              <a:rPr lang="en-US" sz="3200" b="1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B.SHRIYA</a:t>
            </a:r>
          </a:p>
          <a:p>
            <a:pPr algn="ctr"/>
            <a:r>
              <a:rPr lang="en-US" sz="3200" b="1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V.PAVAN SAI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object 18"/>
          <p:cNvGrpSpPr/>
          <p:nvPr/>
        </p:nvGrpSpPr>
        <p:grpSpPr>
          <a:xfrm>
            <a:off x="12914645" y="3113475"/>
            <a:ext cx="4058285" cy="4914265"/>
            <a:chOff x="12914645" y="3113475"/>
            <a:chExt cx="4058285" cy="491426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12806" y="3732363"/>
              <a:ext cx="2967995" cy="32258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4104046" y="3753066"/>
              <a:ext cx="2470785" cy="4259580"/>
            </a:xfrm>
            <a:custGeom>
              <a:avLst/>
              <a:gdLst/>
              <a:ahLst/>
              <a:cxnLst/>
              <a:rect l="l" t="t" r="r" b="b"/>
              <a:pathLst>
                <a:path w="2470784" h="4259580">
                  <a:moveTo>
                    <a:pt x="1799504" y="338305"/>
                  </a:moveTo>
                  <a:lnTo>
                    <a:pt x="1805707" y="322315"/>
                  </a:lnTo>
                  <a:lnTo>
                    <a:pt x="1814273" y="325348"/>
                  </a:lnTo>
                  <a:lnTo>
                    <a:pt x="1819196" y="330537"/>
                  </a:lnTo>
                  <a:lnTo>
                    <a:pt x="1815947" y="334268"/>
                  </a:lnTo>
                  <a:lnTo>
                    <a:pt x="1799504" y="338305"/>
                  </a:lnTo>
                  <a:close/>
                </a:path>
                <a:path w="2470784" h="4259580">
                  <a:moveTo>
                    <a:pt x="1741607" y="352957"/>
                  </a:moveTo>
                  <a:lnTo>
                    <a:pt x="1743281" y="346360"/>
                  </a:lnTo>
                  <a:lnTo>
                    <a:pt x="1756278" y="344046"/>
                  </a:lnTo>
                  <a:lnTo>
                    <a:pt x="1757558" y="348822"/>
                  </a:lnTo>
                  <a:lnTo>
                    <a:pt x="1741607" y="352957"/>
                  </a:lnTo>
                  <a:close/>
                </a:path>
                <a:path w="2470784" h="4259580">
                  <a:moveTo>
                    <a:pt x="1805214" y="399236"/>
                  </a:moveTo>
                  <a:lnTo>
                    <a:pt x="1800980" y="388503"/>
                  </a:lnTo>
                  <a:lnTo>
                    <a:pt x="1810334" y="386731"/>
                  </a:lnTo>
                  <a:lnTo>
                    <a:pt x="1805214" y="399236"/>
                  </a:lnTo>
                  <a:close/>
                </a:path>
                <a:path w="2470784" h="4259580">
                  <a:moveTo>
                    <a:pt x="1844796" y="436751"/>
                  </a:moveTo>
                  <a:lnTo>
                    <a:pt x="1840266" y="426117"/>
                  </a:lnTo>
                  <a:lnTo>
                    <a:pt x="1849620" y="424148"/>
                  </a:lnTo>
                  <a:lnTo>
                    <a:pt x="1844796" y="436751"/>
                  </a:lnTo>
                  <a:close/>
                </a:path>
                <a:path w="2470784" h="4259580">
                  <a:moveTo>
                    <a:pt x="1820870" y="485590"/>
                  </a:moveTo>
                  <a:lnTo>
                    <a:pt x="1812599" y="483621"/>
                  </a:lnTo>
                  <a:lnTo>
                    <a:pt x="1813110" y="477220"/>
                  </a:lnTo>
                  <a:lnTo>
                    <a:pt x="1813189" y="476236"/>
                  </a:lnTo>
                  <a:lnTo>
                    <a:pt x="1822346" y="477220"/>
                  </a:lnTo>
                  <a:lnTo>
                    <a:pt x="1820870" y="485590"/>
                  </a:lnTo>
                  <a:close/>
                </a:path>
                <a:path w="2470784" h="4259580">
                  <a:moveTo>
                    <a:pt x="1840069" y="493467"/>
                  </a:moveTo>
                  <a:lnTo>
                    <a:pt x="1835934" y="490119"/>
                  </a:lnTo>
                  <a:lnTo>
                    <a:pt x="1841350" y="488347"/>
                  </a:lnTo>
                  <a:lnTo>
                    <a:pt x="1840069" y="493467"/>
                  </a:lnTo>
                  <a:close/>
                </a:path>
                <a:path w="2470784" h="4259580">
                  <a:moveTo>
                    <a:pt x="1847651" y="460974"/>
                  </a:moveTo>
                  <a:lnTo>
                    <a:pt x="1836722" y="457232"/>
                  </a:lnTo>
                  <a:lnTo>
                    <a:pt x="1848832" y="442856"/>
                  </a:lnTo>
                  <a:lnTo>
                    <a:pt x="1847895" y="457232"/>
                  </a:lnTo>
                  <a:lnTo>
                    <a:pt x="1847784" y="458935"/>
                  </a:lnTo>
                  <a:lnTo>
                    <a:pt x="1847668" y="460707"/>
                  </a:lnTo>
                  <a:lnTo>
                    <a:pt x="1847651" y="460974"/>
                  </a:lnTo>
                  <a:close/>
                </a:path>
                <a:path w="2470784" h="4259580">
                  <a:moveTo>
                    <a:pt x="1826974" y="471342"/>
                  </a:moveTo>
                  <a:lnTo>
                    <a:pt x="1826398" y="460974"/>
                  </a:lnTo>
                  <a:lnTo>
                    <a:pt x="1826383" y="460707"/>
                  </a:lnTo>
                  <a:lnTo>
                    <a:pt x="1831701" y="458935"/>
                  </a:lnTo>
                  <a:lnTo>
                    <a:pt x="1837313" y="466123"/>
                  </a:lnTo>
                  <a:lnTo>
                    <a:pt x="1826974" y="471342"/>
                  </a:lnTo>
                  <a:close/>
                </a:path>
                <a:path w="2470784" h="4259580">
                  <a:moveTo>
                    <a:pt x="1737570" y="386632"/>
                  </a:moveTo>
                  <a:lnTo>
                    <a:pt x="1737865" y="384368"/>
                  </a:lnTo>
                  <a:lnTo>
                    <a:pt x="1741311" y="384368"/>
                  </a:lnTo>
                  <a:lnTo>
                    <a:pt x="1737570" y="386632"/>
                  </a:lnTo>
                  <a:close/>
                </a:path>
                <a:path w="2470784" h="4259580">
                  <a:moveTo>
                    <a:pt x="1684695" y="388208"/>
                  </a:moveTo>
                  <a:lnTo>
                    <a:pt x="1678689" y="387913"/>
                  </a:lnTo>
                  <a:lnTo>
                    <a:pt x="1683120" y="380626"/>
                  </a:lnTo>
                  <a:lnTo>
                    <a:pt x="1684634" y="387913"/>
                  </a:lnTo>
                  <a:lnTo>
                    <a:pt x="1684695" y="388208"/>
                  </a:lnTo>
                  <a:close/>
                </a:path>
                <a:path w="2470784" h="4259580">
                  <a:moveTo>
                    <a:pt x="1671107" y="396085"/>
                  </a:moveTo>
                  <a:lnTo>
                    <a:pt x="1667563" y="392737"/>
                  </a:lnTo>
                  <a:lnTo>
                    <a:pt x="1667169" y="385254"/>
                  </a:lnTo>
                  <a:lnTo>
                    <a:pt x="1676129" y="385057"/>
                  </a:lnTo>
                  <a:lnTo>
                    <a:pt x="1671107" y="396085"/>
                  </a:lnTo>
                  <a:close/>
                </a:path>
                <a:path w="2470784" h="4259580">
                  <a:moveTo>
                    <a:pt x="1752240" y="430942"/>
                  </a:moveTo>
                  <a:lnTo>
                    <a:pt x="1733040" y="424935"/>
                  </a:lnTo>
                  <a:lnTo>
                    <a:pt x="1744757" y="417255"/>
                  </a:lnTo>
                  <a:lnTo>
                    <a:pt x="1752240" y="430942"/>
                  </a:lnTo>
                  <a:close/>
                </a:path>
                <a:path w="2470784" h="4259580">
                  <a:moveTo>
                    <a:pt x="1745151" y="412430"/>
                  </a:moveTo>
                  <a:lnTo>
                    <a:pt x="1735896" y="405932"/>
                  </a:lnTo>
                  <a:lnTo>
                    <a:pt x="1744757" y="402682"/>
                  </a:lnTo>
                  <a:lnTo>
                    <a:pt x="1745151" y="412430"/>
                  </a:lnTo>
                  <a:close/>
                </a:path>
                <a:path w="2470784" h="4259580">
                  <a:moveTo>
                    <a:pt x="1725459" y="374127"/>
                  </a:moveTo>
                  <a:lnTo>
                    <a:pt x="1727724" y="361228"/>
                  </a:lnTo>
                  <a:lnTo>
                    <a:pt x="1735108" y="367530"/>
                  </a:lnTo>
                  <a:lnTo>
                    <a:pt x="1725459" y="374127"/>
                  </a:lnTo>
                  <a:close/>
                </a:path>
                <a:path w="2470784" h="4259580">
                  <a:moveTo>
                    <a:pt x="1717287" y="417452"/>
                  </a:moveTo>
                  <a:lnTo>
                    <a:pt x="1720044" y="405735"/>
                  </a:lnTo>
                  <a:lnTo>
                    <a:pt x="1724179" y="416763"/>
                  </a:lnTo>
                  <a:lnTo>
                    <a:pt x="1717287" y="417452"/>
                  </a:lnTo>
                  <a:close/>
                </a:path>
                <a:path w="2470784" h="4259580">
                  <a:moveTo>
                    <a:pt x="1712659" y="377672"/>
                  </a:moveTo>
                  <a:lnTo>
                    <a:pt x="1716893" y="371764"/>
                  </a:lnTo>
                  <a:lnTo>
                    <a:pt x="1719157" y="373438"/>
                  </a:lnTo>
                  <a:lnTo>
                    <a:pt x="1712659" y="377672"/>
                  </a:lnTo>
                  <a:close/>
                </a:path>
                <a:path w="2470784" h="4259580">
                  <a:moveTo>
                    <a:pt x="1741410" y="363395"/>
                  </a:moveTo>
                  <a:lnTo>
                    <a:pt x="1742297" y="357487"/>
                  </a:lnTo>
                  <a:lnTo>
                    <a:pt x="1754014" y="360933"/>
                  </a:lnTo>
                  <a:lnTo>
                    <a:pt x="1741410" y="363395"/>
                  </a:lnTo>
                  <a:close/>
                </a:path>
                <a:path w="2470784" h="4259580">
                  <a:moveTo>
                    <a:pt x="2012281" y="730473"/>
                  </a:moveTo>
                  <a:lnTo>
                    <a:pt x="2005192" y="723285"/>
                  </a:lnTo>
                  <a:lnTo>
                    <a:pt x="2015432" y="718165"/>
                  </a:lnTo>
                  <a:lnTo>
                    <a:pt x="2009130" y="716097"/>
                  </a:lnTo>
                  <a:lnTo>
                    <a:pt x="2012183" y="702509"/>
                  </a:lnTo>
                  <a:lnTo>
                    <a:pt x="2019961" y="706349"/>
                  </a:lnTo>
                  <a:lnTo>
                    <a:pt x="2017992" y="719740"/>
                  </a:lnTo>
                  <a:lnTo>
                    <a:pt x="2012281" y="730473"/>
                  </a:lnTo>
                  <a:close/>
                </a:path>
                <a:path w="2470784" h="4259580">
                  <a:moveTo>
                    <a:pt x="1996331" y="737885"/>
                  </a:moveTo>
                  <a:lnTo>
                    <a:pt x="1997808" y="729515"/>
                  </a:lnTo>
                  <a:lnTo>
                    <a:pt x="2000861" y="723706"/>
                  </a:lnTo>
                  <a:lnTo>
                    <a:pt x="2008836" y="735325"/>
                  </a:lnTo>
                  <a:lnTo>
                    <a:pt x="1996331" y="737885"/>
                  </a:lnTo>
                  <a:close/>
                </a:path>
                <a:path w="2470784" h="4259580">
                  <a:moveTo>
                    <a:pt x="1960785" y="585237"/>
                  </a:moveTo>
                  <a:lnTo>
                    <a:pt x="1959801" y="577557"/>
                  </a:lnTo>
                  <a:lnTo>
                    <a:pt x="1950644" y="566824"/>
                  </a:lnTo>
                  <a:lnTo>
                    <a:pt x="1970041" y="567513"/>
                  </a:lnTo>
                  <a:lnTo>
                    <a:pt x="1960785" y="585237"/>
                  </a:lnTo>
                  <a:close/>
                </a:path>
                <a:path w="2470784" h="4259580">
                  <a:moveTo>
                    <a:pt x="1985401" y="659086"/>
                  </a:moveTo>
                  <a:lnTo>
                    <a:pt x="1983826" y="656526"/>
                  </a:lnTo>
                  <a:lnTo>
                    <a:pt x="1988650" y="654655"/>
                  </a:lnTo>
                  <a:lnTo>
                    <a:pt x="1985401" y="659086"/>
                  </a:lnTo>
                  <a:close/>
                </a:path>
                <a:path w="2470784" h="4259580">
                  <a:moveTo>
                    <a:pt x="2049401" y="829333"/>
                  </a:moveTo>
                  <a:lnTo>
                    <a:pt x="2044872" y="822145"/>
                  </a:lnTo>
                  <a:lnTo>
                    <a:pt x="2054227" y="818403"/>
                  </a:lnTo>
                  <a:lnTo>
                    <a:pt x="2056491" y="822440"/>
                  </a:lnTo>
                  <a:lnTo>
                    <a:pt x="2049401" y="829333"/>
                  </a:lnTo>
                  <a:close/>
                </a:path>
                <a:path w="2470784" h="4259580">
                  <a:moveTo>
                    <a:pt x="2066239" y="872067"/>
                  </a:moveTo>
                  <a:lnTo>
                    <a:pt x="2054719" y="871771"/>
                  </a:lnTo>
                  <a:lnTo>
                    <a:pt x="2055704" y="862909"/>
                  </a:lnTo>
                  <a:lnTo>
                    <a:pt x="2065747" y="862614"/>
                  </a:lnTo>
                  <a:lnTo>
                    <a:pt x="2066224" y="871771"/>
                  </a:lnTo>
                  <a:lnTo>
                    <a:pt x="2066239" y="872067"/>
                  </a:lnTo>
                  <a:close/>
                </a:path>
                <a:path w="2470784" h="4259580">
                  <a:moveTo>
                    <a:pt x="1877880" y="546442"/>
                  </a:moveTo>
                  <a:lnTo>
                    <a:pt x="1873252" y="537777"/>
                  </a:lnTo>
                  <a:lnTo>
                    <a:pt x="1883492" y="537580"/>
                  </a:lnTo>
                  <a:lnTo>
                    <a:pt x="1884477" y="539845"/>
                  </a:lnTo>
                  <a:lnTo>
                    <a:pt x="1877880" y="546442"/>
                  </a:lnTo>
                  <a:close/>
                </a:path>
                <a:path w="2470784" h="4259580">
                  <a:moveTo>
                    <a:pt x="1852377" y="479092"/>
                  </a:moveTo>
                  <a:lnTo>
                    <a:pt x="1866163" y="476236"/>
                  </a:lnTo>
                  <a:lnTo>
                    <a:pt x="1869707" y="473479"/>
                  </a:lnTo>
                  <a:lnTo>
                    <a:pt x="1873724" y="478501"/>
                  </a:lnTo>
                  <a:lnTo>
                    <a:pt x="1857202" y="478501"/>
                  </a:lnTo>
                  <a:lnTo>
                    <a:pt x="1852377" y="479092"/>
                  </a:lnTo>
                  <a:close/>
                </a:path>
                <a:path w="2470784" h="4259580">
                  <a:moveTo>
                    <a:pt x="1876796" y="482341"/>
                  </a:moveTo>
                  <a:lnTo>
                    <a:pt x="1857202" y="478501"/>
                  </a:lnTo>
                  <a:lnTo>
                    <a:pt x="1873724" y="478501"/>
                  </a:lnTo>
                  <a:lnTo>
                    <a:pt x="1876796" y="482341"/>
                  </a:lnTo>
                  <a:close/>
                </a:path>
                <a:path w="2470784" h="4259580">
                  <a:moveTo>
                    <a:pt x="1872464" y="522219"/>
                  </a:moveTo>
                  <a:lnTo>
                    <a:pt x="1867935" y="515819"/>
                  </a:lnTo>
                  <a:lnTo>
                    <a:pt x="1874828" y="508434"/>
                  </a:lnTo>
                  <a:lnTo>
                    <a:pt x="1879061" y="509222"/>
                  </a:lnTo>
                  <a:lnTo>
                    <a:pt x="1872464" y="522219"/>
                  </a:lnTo>
                  <a:close/>
                </a:path>
                <a:path w="2470784" h="4259580">
                  <a:moveTo>
                    <a:pt x="1961967" y="473085"/>
                  </a:moveTo>
                  <a:lnTo>
                    <a:pt x="1963641" y="467866"/>
                  </a:lnTo>
                  <a:lnTo>
                    <a:pt x="1966693" y="468851"/>
                  </a:lnTo>
                  <a:lnTo>
                    <a:pt x="1961967" y="473085"/>
                  </a:lnTo>
                  <a:close/>
                </a:path>
                <a:path w="2470784" h="4259580">
                  <a:moveTo>
                    <a:pt x="1920712" y="541912"/>
                  </a:moveTo>
                  <a:lnTo>
                    <a:pt x="1914410" y="537383"/>
                  </a:lnTo>
                  <a:lnTo>
                    <a:pt x="1924650" y="528620"/>
                  </a:lnTo>
                  <a:lnTo>
                    <a:pt x="1920712" y="541912"/>
                  </a:lnTo>
                  <a:close/>
                </a:path>
                <a:path w="2470784" h="4259580">
                  <a:moveTo>
                    <a:pt x="1894126" y="666372"/>
                  </a:moveTo>
                  <a:lnTo>
                    <a:pt x="1896096" y="659086"/>
                  </a:lnTo>
                  <a:lnTo>
                    <a:pt x="1913721" y="662040"/>
                  </a:lnTo>
                  <a:lnTo>
                    <a:pt x="1894126" y="666372"/>
                  </a:lnTo>
                  <a:close/>
                </a:path>
                <a:path w="2470784" h="4259580">
                  <a:moveTo>
                    <a:pt x="1922877" y="597151"/>
                  </a:moveTo>
                  <a:lnTo>
                    <a:pt x="1928785" y="583859"/>
                  </a:lnTo>
                  <a:lnTo>
                    <a:pt x="1935087" y="585729"/>
                  </a:lnTo>
                  <a:lnTo>
                    <a:pt x="1922877" y="597151"/>
                  </a:lnTo>
                  <a:close/>
                </a:path>
                <a:path w="2470784" h="4259580">
                  <a:moveTo>
                    <a:pt x="1905056" y="558848"/>
                  </a:moveTo>
                  <a:lnTo>
                    <a:pt x="1909683" y="548707"/>
                  </a:lnTo>
                  <a:lnTo>
                    <a:pt x="1912933" y="546245"/>
                  </a:lnTo>
                  <a:lnTo>
                    <a:pt x="1920416" y="552743"/>
                  </a:lnTo>
                  <a:lnTo>
                    <a:pt x="1905056" y="558848"/>
                  </a:lnTo>
                  <a:close/>
                </a:path>
                <a:path w="2470784" h="4259580">
                  <a:moveTo>
                    <a:pt x="1901610" y="586714"/>
                  </a:moveTo>
                  <a:lnTo>
                    <a:pt x="1901314" y="580215"/>
                  </a:lnTo>
                  <a:lnTo>
                    <a:pt x="1907025" y="585729"/>
                  </a:lnTo>
                  <a:lnTo>
                    <a:pt x="1901610" y="586714"/>
                  </a:lnTo>
                  <a:close/>
                </a:path>
                <a:path w="2470784" h="4259580">
                  <a:moveTo>
                    <a:pt x="1912343" y="597117"/>
                  </a:moveTo>
                  <a:lnTo>
                    <a:pt x="1905943" y="589043"/>
                  </a:lnTo>
                  <a:lnTo>
                    <a:pt x="1911753" y="583726"/>
                  </a:lnTo>
                  <a:lnTo>
                    <a:pt x="1919826" y="589732"/>
                  </a:lnTo>
                  <a:lnTo>
                    <a:pt x="1912343" y="597117"/>
                  </a:lnTo>
                  <a:close/>
                </a:path>
                <a:path w="2470784" h="4259580">
                  <a:moveTo>
                    <a:pt x="1907418" y="713367"/>
                  </a:moveTo>
                  <a:lnTo>
                    <a:pt x="1899247" y="713367"/>
                  </a:lnTo>
                  <a:lnTo>
                    <a:pt x="1902988" y="700667"/>
                  </a:lnTo>
                  <a:lnTo>
                    <a:pt x="1907418" y="713367"/>
                  </a:lnTo>
                  <a:close/>
                </a:path>
                <a:path w="2470784" h="4259580">
                  <a:moveTo>
                    <a:pt x="1925146" y="713367"/>
                  </a:moveTo>
                  <a:lnTo>
                    <a:pt x="1920518" y="700667"/>
                  </a:lnTo>
                  <a:lnTo>
                    <a:pt x="1924555" y="700667"/>
                  </a:lnTo>
                  <a:lnTo>
                    <a:pt x="1925146" y="713367"/>
                  </a:lnTo>
                  <a:close/>
                </a:path>
                <a:path w="2470784" h="4259580">
                  <a:moveTo>
                    <a:pt x="1963838" y="713367"/>
                  </a:moveTo>
                  <a:lnTo>
                    <a:pt x="1950841" y="713367"/>
                  </a:lnTo>
                  <a:lnTo>
                    <a:pt x="1951334" y="700667"/>
                  </a:lnTo>
                  <a:lnTo>
                    <a:pt x="1959211" y="700667"/>
                  </a:lnTo>
                  <a:lnTo>
                    <a:pt x="1963838" y="713367"/>
                  </a:lnTo>
                  <a:close/>
                </a:path>
                <a:path w="2470784" h="4259580">
                  <a:moveTo>
                    <a:pt x="1981069" y="713367"/>
                  </a:moveTo>
                  <a:lnTo>
                    <a:pt x="1969352" y="700667"/>
                  </a:lnTo>
                  <a:lnTo>
                    <a:pt x="1977032" y="700667"/>
                  </a:lnTo>
                  <a:lnTo>
                    <a:pt x="1981069" y="713367"/>
                  </a:lnTo>
                  <a:close/>
                </a:path>
                <a:path w="2470784" h="4259580">
                  <a:moveTo>
                    <a:pt x="2133390" y="713367"/>
                  </a:moveTo>
                  <a:lnTo>
                    <a:pt x="2120886" y="713367"/>
                  </a:lnTo>
                  <a:lnTo>
                    <a:pt x="2127975" y="700667"/>
                  </a:lnTo>
                  <a:lnTo>
                    <a:pt x="2133390" y="713367"/>
                  </a:lnTo>
                  <a:close/>
                </a:path>
                <a:path w="2470784" h="4259580">
                  <a:moveTo>
                    <a:pt x="2059251" y="738767"/>
                  </a:moveTo>
                  <a:lnTo>
                    <a:pt x="2045072" y="726067"/>
                  </a:lnTo>
                  <a:lnTo>
                    <a:pt x="2048518" y="713367"/>
                  </a:lnTo>
                  <a:lnTo>
                    <a:pt x="2059447" y="713367"/>
                  </a:lnTo>
                  <a:lnTo>
                    <a:pt x="2059349" y="726067"/>
                  </a:lnTo>
                  <a:lnTo>
                    <a:pt x="2059251" y="738767"/>
                  </a:lnTo>
                  <a:close/>
                </a:path>
                <a:path w="2470784" h="4259580">
                  <a:moveTo>
                    <a:pt x="2189517" y="726067"/>
                  </a:moveTo>
                  <a:lnTo>
                    <a:pt x="2178095" y="713367"/>
                  </a:lnTo>
                  <a:lnTo>
                    <a:pt x="2181541" y="713367"/>
                  </a:lnTo>
                  <a:lnTo>
                    <a:pt x="2189517" y="726067"/>
                  </a:lnTo>
                  <a:close/>
                </a:path>
                <a:path w="2470784" h="4259580">
                  <a:moveTo>
                    <a:pt x="1914316" y="738767"/>
                  </a:moveTo>
                  <a:lnTo>
                    <a:pt x="1906045" y="738767"/>
                  </a:lnTo>
                  <a:lnTo>
                    <a:pt x="1904864" y="726067"/>
                  </a:lnTo>
                  <a:lnTo>
                    <a:pt x="1912052" y="726067"/>
                  </a:lnTo>
                  <a:lnTo>
                    <a:pt x="1914316" y="738767"/>
                  </a:lnTo>
                  <a:close/>
                </a:path>
                <a:path w="2470784" h="4259580">
                  <a:moveTo>
                    <a:pt x="1968963" y="738767"/>
                  </a:moveTo>
                  <a:lnTo>
                    <a:pt x="1965910" y="738767"/>
                  </a:lnTo>
                  <a:lnTo>
                    <a:pt x="1968175" y="726067"/>
                  </a:lnTo>
                  <a:lnTo>
                    <a:pt x="1968963" y="738767"/>
                  </a:lnTo>
                  <a:close/>
                </a:path>
                <a:path w="2470784" h="4259580">
                  <a:moveTo>
                    <a:pt x="2109269" y="738767"/>
                  </a:moveTo>
                  <a:lnTo>
                    <a:pt x="2105133" y="726067"/>
                  </a:lnTo>
                  <a:lnTo>
                    <a:pt x="2117835" y="726067"/>
                  </a:lnTo>
                  <a:lnTo>
                    <a:pt x="2109269" y="738767"/>
                  </a:lnTo>
                  <a:close/>
                </a:path>
                <a:path w="2470784" h="4259580">
                  <a:moveTo>
                    <a:pt x="1983038" y="751467"/>
                  </a:moveTo>
                  <a:lnTo>
                    <a:pt x="1975654" y="751467"/>
                  </a:lnTo>
                  <a:lnTo>
                    <a:pt x="1970435" y="738767"/>
                  </a:lnTo>
                  <a:lnTo>
                    <a:pt x="1977918" y="738767"/>
                  </a:lnTo>
                  <a:lnTo>
                    <a:pt x="1983038" y="751467"/>
                  </a:lnTo>
                  <a:close/>
                </a:path>
                <a:path w="2470784" h="4259580">
                  <a:moveTo>
                    <a:pt x="2023802" y="751467"/>
                  </a:moveTo>
                  <a:lnTo>
                    <a:pt x="2021243" y="738767"/>
                  </a:lnTo>
                  <a:lnTo>
                    <a:pt x="2027249" y="738767"/>
                  </a:lnTo>
                  <a:lnTo>
                    <a:pt x="2023802" y="751467"/>
                  </a:lnTo>
                  <a:close/>
                </a:path>
                <a:path w="2470784" h="4259580">
                  <a:moveTo>
                    <a:pt x="2165589" y="776867"/>
                  </a:moveTo>
                  <a:lnTo>
                    <a:pt x="2155545" y="776867"/>
                  </a:lnTo>
                  <a:lnTo>
                    <a:pt x="2157022" y="764167"/>
                  </a:lnTo>
                  <a:lnTo>
                    <a:pt x="2156431" y="738767"/>
                  </a:lnTo>
                  <a:lnTo>
                    <a:pt x="2160961" y="738767"/>
                  </a:lnTo>
                  <a:lnTo>
                    <a:pt x="2167066" y="764167"/>
                  </a:lnTo>
                  <a:lnTo>
                    <a:pt x="2165589" y="776867"/>
                  </a:lnTo>
                  <a:close/>
                </a:path>
                <a:path w="2470784" h="4259580">
                  <a:moveTo>
                    <a:pt x="2223191" y="751467"/>
                  </a:moveTo>
                  <a:lnTo>
                    <a:pt x="2214329" y="751467"/>
                  </a:lnTo>
                  <a:lnTo>
                    <a:pt x="2210391" y="738767"/>
                  </a:lnTo>
                  <a:lnTo>
                    <a:pt x="2223191" y="751467"/>
                  </a:lnTo>
                  <a:close/>
                </a:path>
                <a:path w="2470784" h="4259580">
                  <a:moveTo>
                    <a:pt x="1793202" y="764167"/>
                  </a:moveTo>
                  <a:lnTo>
                    <a:pt x="1790347" y="751467"/>
                  </a:lnTo>
                  <a:lnTo>
                    <a:pt x="1793104" y="751467"/>
                  </a:lnTo>
                  <a:lnTo>
                    <a:pt x="1793202" y="764167"/>
                  </a:lnTo>
                  <a:close/>
                </a:path>
                <a:path w="2470784" h="4259580">
                  <a:moveTo>
                    <a:pt x="1933122" y="764167"/>
                  </a:moveTo>
                  <a:lnTo>
                    <a:pt x="1936371" y="751467"/>
                  </a:lnTo>
                  <a:lnTo>
                    <a:pt x="1937651" y="751467"/>
                  </a:lnTo>
                  <a:lnTo>
                    <a:pt x="1933122" y="764167"/>
                  </a:lnTo>
                  <a:close/>
                </a:path>
                <a:path w="2470784" h="4259580">
                  <a:moveTo>
                    <a:pt x="2054523" y="764167"/>
                  </a:moveTo>
                  <a:lnTo>
                    <a:pt x="2044480" y="764167"/>
                  </a:lnTo>
                  <a:lnTo>
                    <a:pt x="2043397" y="751467"/>
                  </a:lnTo>
                  <a:lnTo>
                    <a:pt x="2055015" y="751467"/>
                  </a:lnTo>
                  <a:lnTo>
                    <a:pt x="2054523" y="764167"/>
                  </a:lnTo>
                  <a:close/>
                </a:path>
                <a:path w="2470784" h="4259580">
                  <a:moveTo>
                    <a:pt x="2089675" y="764167"/>
                  </a:moveTo>
                  <a:lnTo>
                    <a:pt x="2084949" y="751467"/>
                  </a:lnTo>
                  <a:lnTo>
                    <a:pt x="2087312" y="751467"/>
                  </a:lnTo>
                  <a:lnTo>
                    <a:pt x="2089675" y="764167"/>
                  </a:lnTo>
                  <a:close/>
                </a:path>
                <a:path w="2470784" h="4259580">
                  <a:moveTo>
                    <a:pt x="2117443" y="776867"/>
                  </a:moveTo>
                  <a:lnTo>
                    <a:pt x="2117021" y="764167"/>
                  </a:lnTo>
                  <a:lnTo>
                    <a:pt x="2116654" y="751467"/>
                  </a:lnTo>
                  <a:lnTo>
                    <a:pt x="2126402" y="751467"/>
                  </a:lnTo>
                  <a:lnTo>
                    <a:pt x="2117443" y="776867"/>
                  </a:lnTo>
                  <a:close/>
                </a:path>
                <a:path w="2470784" h="4259580">
                  <a:moveTo>
                    <a:pt x="2133983" y="764167"/>
                  </a:moveTo>
                  <a:lnTo>
                    <a:pt x="2139005" y="751467"/>
                  </a:lnTo>
                  <a:lnTo>
                    <a:pt x="2141762" y="751467"/>
                  </a:lnTo>
                  <a:lnTo>
                    <a:pt x="2133983" y="764167"/>
                  </a:lnTo>
                  <a:close/>
                </a:path>
                <a:path w="2470784" h="4259580">
                  <a:moveTo>
                    <a:pt x="2222697" y="764167"/>
                  </a:moveTo>
                  <a:lnTo>
                    <a:pt x="2209503" y="764167"/>
                  </a:lnTo>
                  <a:lnTo>
                    <a:pt x="2219349" y="751467"/>
                  </a:lnTo>
                  <a:lnTo>
                    <a:pt x="2222697" y="764167"/>
                  </a:lnTo>
                  <a:close/>
                </a:path>
                <a:path w="2470784" h="4259580">
                  <a:moveTo>
                    <a:pt x="2043594" y="776867"/>
                  </a:moveTo>
                  <a:lnTo>
                    <a:pt x="2032862" y="776867"/>
                  </a:lnTo>
                  <a:lnTo>
                    <a:pt x="2040443" y="764167"/>
                  </a:lnTo>
                  <a:lnTo>
                    <a:pt x="2043594" y="776867"/>
                  </a:lnTo>
                  <a:close/>
                </a:path>
                <a:path w="2470784" h="4259580">
                  <a:moveTo>
                    <a:pt x="2080025" y="776867"/>
                  </a:moveTo>
                  <a:lnTo>
                    <a:pt x="2073723" y="776867"/>
                  </a:lnTo>
                  <a:lnTo>
                    <a:pt x="2075299" y="764167"/>
                  </a:lnTo>
                  <a:lnTo>
                    <a:pt x="2080025" y="776867"/>
                  </a:lnTo>
                  <a:close/>
                </a:path>
                <a:path w="2470784" h="4259580">
                  <a:moveTo>
                    <a:pt x="2087509" y="776867"/>
                  </a:moveTo>
                  <a:lnTo>
                    <a:pt x="2082290" y="776867"/>
                  </a:lnTo>
                  <a:lnTo>
                    <a:pt x="2085835" y="764167"/>
                  </a:lnTo>
                  <a:lnTo>
                    <a:pt x="2094696" y="764167"/>
                  </a:lnTo>
                  <a:lnTo>
                    <a:pt x="2087509" y="776867"/>
                  </a:lnTo>
                  <a:close/>
                </a:path>
                <a:path w="2470784" h="4259580">
                  <a:moveTo>
                    <a:pt x="2208519" y="776867"/>
                  </a:moveTo>
                  <a:lnTo>
                    <a:pt x="2202709" y="764167"/>
                  </a:lnTo>
                  <a:lnTo>
                    <a:pt x="2206155" y="764167"/>
                  </a:lnTo>
                  <a:lnTo>
                    <a:pt x="2208519" y="776867"/>
                  </a:lnTo>
                  <a:close/>
                </a:path>
                <a:path w="2470784" h="4259580">
                  <a:moveTo>
                    <a:pt x="2257749" y="776867"/>
                  </a:moveTo>
                  <a:lnTo>
                    <a:pt x="2248296" y="764167"/>
                  </a:lnTo>
                  <a:lnTo>
                    <a:pt x="2257454" y="764167"/>
                  </a:lnTo>
                  <a:lnTo>
                    <a:pt x="2257749" y="776867"/>
                  </a:lnTo>
                  <a:close/>
                </a:path>
                <a:path w="2470784" h="4259580">
                  <a:moveTo>
                    <a:pt x="2104740" y="789567"/>
                  </a:moveTo>
                  <a:lnTo>
                    <a:pt x="2097551" y="789567"/>
                  </a:lnTo>
                  <a:lnTo>
                    <a:pt x="2112912" y="776867"/>
                  </a:lnTo>
                  <a:lnTo>
                    <a:pt x="2117387" y="776867"/>
                  </a:lnTo>
                  <a:lnTo>
                    <a:pt x="2117392" y="777013"/>
                  </a:lnTo>
                  <a:lnTo>
                    <a:pt x="2104740" y="789567"/>
                  </a:lnTo>
                  <a:close/>
                </a:path>
                <a:path w="2470784" h="4259580">
                  <a:moveTo>
                    <a:pt x="2003715" y="802267"/>
                  </a:moveTo>
                  <a:lnTo>
                    <a:pt x="1998202" y="789567"/>
                  </a:lnTo>
                  <a:lnTo>
                    <a:pt x="2006276" y="789567"/>
                  </a:lnTo>
                  <a:lnTo>
                    <a:pt x="2003715" y="802267"/>
                  </a:lnTo>
                  <a:close/>
                </a:path>
                <a:path w="2470784" h="4259580">
                  <a:moveTo>
                    <a:pt x="2012679" y="814967"/>
                  </a:moveTo>
                  <a:lnTo>
                    <a:pt x="2009824" y="802267"/>
                  </a:lnTo>
                  <a:lnTo>
                    <a:pt x="2008838" y="789567"/>
                  </a:lnTo>
                  <a:lnTo>
                    <a:pt x="2024199" y="802267"/>
                  </a:lnTo>
                  <a:lnTo>
                    <a:pt x="2012679" y="814967"/>
                  </a:lnTo>
                  <a:close/>
                </a:path>
                <a:path w="2470784" h="4259580">
                  <a:moveTo>
                    <a:pt x="2066829" y="802267"/>
                  </a:moveTo>
                  <a:lnTo>
                    <a:pt x="2046152" y="802267"/>
                  </a:lnTo>
                  <a:lnTo>
                    <a:pt x="2065550" y="789567"/>
                  </a:lnTo>
                  <a:lnTo>
                    <a:pt x="2066829" y="802267"/>
                  </a:lnTo>
                  <a:close/>
                </a:path>
                <a:path w="2470784" h="4259580">
                  <a:moveTo>
                    <a:pt x="2139791" y="802267"/>
                  </a:moveTo>
                  <a:lnTo>
                    <a:pt x="2131619" y="802267"/>
                  </a:lnTo>
                  <a:lnTo>
                    <a:pt x="2140185" y="789567"/>
                  </a:lnTo>
                  <a:lnTo>
                    <a:pt x="2139791" y="802267"/>
                  </a:lnTo>
                  <a:close/>
                </a:path>
                <a:path w="2470784" h="4259580">
                  <a:moveTo>
                    <a:pt x="2183902" y="802267"/>
                  </a:moveTo>
                  <a:lnTo>
                    <a:pt x="2181637" y="802267"/>
                  </a:lnTo>
                  <a:lnTo>
                    <a:pt x="2172972" y="789567"/>
                  </a:lnTo>
                  <a:lnTo>
                    <a:pt x="2177600" y="789567"/>
                  </a:lnTo>
                  <a:lnTo>
                    <a:pt x="2183902" y="802267"/>
                  </a:lnTo>
                  <a:close/>
                </a:path>
                <a:path w="2470784" h="4259580">
                  <a:moveTo>
                    <a:pt x="2227028" y="802267"/>
                  </a:moveTo>
                  <a:lnTo>
                    <a:pt x="2219742" y="789567"/>
                  </a:lnTo>
                  <a:lnTo>
                    <a:pt x="2235200" y="789567"/>
                  </a:lnTo>
                  <a:lnTo>
                    <a:pt x="2227028" y="802267"/>
                  </a:lnTo>
                  <a:close/>
                </a:path>
                <a:path w="2470784" h="4259580">
                  <a:moveTo>
                    <a:pt x="2286697" y="802267"/>
                  </a:moveTo>
                  <a:lnTo>
                    <a:pt x="2289946" y="789567"/>
                  </a:lnTo>
                  <a:lnTo>
                    <a:pt x="2291522" y="789567"/>
                  </a:lnTo>
                  <a:lnTo>
                    <a:pt x="2286697" y="802267"/>
                  </a:lnTo>
                  <a:close/>
                </a:path>
                <a:path w="2470784" h="4259580">
                  <a:moveTo>
                    <a:pt x="2100996" y="827667"/>
                  </a:moveTo>
                  <a:lnTo>
                    <a:pt x="2089968" y="814967"/>
                  </a:lnTo>
                  <a:lnTo>
                    <a:pt x="2091445" y="802267"/>
                  </a:lnTo>
                  <a:lnTo>
                    <a:pt x="2103261" y="814967"/>
                  </a:lnTo>
                  <a:lnTo>
                    <a:pt x="2100996" y="827667"/>
                  </a:lnTo>
                  <a:close/>
                </a:path>
                <a:path w="2470784" h="4259580">
                  <a:moveTo>
                    <a:pt x="2152592" y="814967"/>
                  </a:moveTo>
                  <a:lnTo>
                    <a:pt x="2150425" y="814967"/>
                  </a:lnTo>
                  <a:lnTo>
                    <a:pt x="2159287" y="802267"/>
                  </a:lnTo>
                  <a:lnTo>
                    <a:pt x="2152592" y="814967"/>
                  </a:lnTo>
                  <a:close/>
                </a:path>
                <a:path w="2470784" h="4259580">
                  <a:moveTo>
                    <a:pt x="2331596" y="814967"/>
                  </a:moveTo>
                  <a:lnTo>
                    <a:pt x="2322340" y="814967"/>
                  </a:lnTo>
                  <a:lnTo>
                    <a:pt x="2319387" y="802267"/>
                  </a:lnTo>
                  <a:lnTo>
                    <a:pt x="2327165" y="802267"/>
                  </a:lnTo>
                  <a:lnTo>
                    <a:pt x="2331596" y="814967"/>
                  </a:lnTo>
                  <a:close/>
                </a:path>
                <a:path w="2470784" h="4259580">
                  <a:moveTo>
                    <a:pt x="2141563" y="827667"/>
                  </a:moveTo>
                  <a:lnTo>
                    <a:pt x="2134179" y="814967"/>
                  </a:lnTo>
                  <a:lnTo>
                    <a:pt x="2150425" y="814967"/>
                  </a:lnTo>
                  <a:lnTo>
                    <a:pt x="2141563" y="827667"/>
                  </a:lnTo>
                  <a:close/>
                </a:path>
                <a:path w="2470784" h="4259580">
                  <a:moveTo>
                    <a:pt x="2238551" y="827667"/>
                  </a:moveTo>
                  <a:lnTo>
                    <a:pt x="2234416" y="827667"/>
                  </a:lnTo>
                  <a:lnTo>
                    <a:pt x="2236187" y="814967"/>
                  </a:lnTo>
                  <a:lnTo>
                    <a:pt x="2246920" y="814967"/>
                  </a:lnTo>
                  <a:lnTo>
                    <a:pt x="2238551" y="827667"/>
                  </a:lnTo>
                  <a:close/>
                </a:path>
                <a:path w="2470784" h="4259580">
                  <a:moveTo>
                    <a:pt x="2294278" y="827667"/>
                  </a:moveTo>
                  <a:lnTo>
                    <a:pt x="2286893" y="814967"/>
                  </a:lnTo>
                  <a:lnTo>
                    <a:pt x="2298217" y="814967"/>
                  </a:lnTo>
                  <a:lnTo>
                    <a:pt x="2294278" y="827667"/>
                  </a:lnTo>
                  <a:close/>
                </a:path>
                <a:path w="2470784" h="4259580">
                  <a:moveTo>
                    <a:pt x="1983238" y="840367"/>
                  </a:moveTo>
                  <a:lnTo>
                    <a:pt x="1970931" y="840367"/>
                  </a:lnTo>
                  <a:lnTo>
                    <a:pt x="1977134" y="827667"/>
                  </a:lnTo>
                  <a:lnTo>
                    <a:pt x="1983238" y="840367"/>
                  </a:lnTo>
                  <a:close/>
                </a:path>
                <a:path w="2470784" h="4259580">
                  <a:moveTo>
                    <a:pt x="2020163" y="840367"/>
                  </a:moveTo>
                  <a:lnTo>
                    <a:pt x="2008939" y="840367"/>
                  </a:lnTo>
                  <a:lnTo>
                    <a:pt x="2004803" y="827667"/>
                  </a:lnTo>
                  <a:lnTo>
                    <a:pt x="2009726" y="827667"/>
                  </a:lnTo>
                  <a:lnTo>
                    <a:pt x="2020163" y="840367"/>
                  </a:lnTo>
                  <a:close/>
                </a:path>
                <a:path w="2470784" h="4259580">
                  <a:moveTo>
                    <a:pt x="2176122" y="840367"/>
                  </a:moveTo>
                  <a:lnTo>
                    <a:pt x="2172873" y="827667"/>
                  </a:lnTo>
                  <a:lnTo>
                    <a:pt x="2186559" y="827667"/>
                  </a:lnTo>
                  <a:lnTo>
                    <a:pt x="2176122" y="840367"/>
                  </a:lnTo>
                  <a:close/>
                </a:path>
                <a:path w="2470784" h="4259580">
                  <a:moveTo>
                    <a:pt x="2308064" y="840367"/>
                  </a:moveTo>
                  <a:lnTo>
                    <a:pt x="2300777" y="827667"/>
                  </a:lnTo>
                  <a:lnTo>
                    <a:pt x="2311608" y="827667"/>
                  </a:lnTo>
                  <a:lnTo>
                    <a:pt x="2308064" y="840367"/>
                  </a:lnTo>
                  <a:close/>
                </a:path>
                <a:path w="2470784" h="4259580">
                  <a:moveTo>
                    <a:pt x="2075593" y="853067"/>
                  </a:moveTo>
                  <a:lnTo>
                    <a:pt x="2070177" y="840367"/>
                  </a:lnTo>
                  <a:lnTo>
                    <a:pt x="2082682" y="840367"/>
                  </a:lnTo>
                  <a:lnTo>
                    <a:pt x="2075593" y="853067"/>
                  </a:lnTo>
                  <a:close/>
                </a:path>
                <a:path w="2470784" h="4259580">
                  <a:moveTo>
                    <a:pt x="2210685" y="853067"/>
                  </a:moveTo>
                  <a:lnTo>
                    <a:pt x="2200445" y="840367"/>
                  </a:lnTo>
                  <a:lnTo>
                    <a:pt x="2201429" y="840367"/>
                  </a:lnTo>
                  <a:lnTo>
                    <a:pt x="2210685" y="853067"/>
                  </a:lnTo>
                  <a:close/>
                </a:path>
                <a:path w="2470784" h="4259580">
                  <a:moveTo>
                    <a:pt x="1889798" y="865767"/>
                  </a:moveTo>
                  <a:lnTo>
                    <a:pt x="1892063" y="853067"/>
                  </a:lnTo>
                  <a:lnTo>
                    <a:pt x="1894721" y="853067"/>
                  </a:lnTo>
                  <a:lnTo>
                    <a:pt x="1889798" y="865767"/>
                  </a:lnTo>
                  <a:close/>
                </a:path>
                <a:path w="2470784" h="4259580">
                  <a:moveTo>
                    <a:pt x="2000174" y="865767"/>
                  </a:moveTo>
                  <a:lnTo>
                    <a:pt x="1988162" y="865767"/>
                  </a:lnTo>
                  <a:lnTo>
                    <a:pt x="1987867" y="853067"/>
                  </a:lnTo>
                  <a:lnTo>
                    <a:pt x="1996827" y="853067"/>
                  </a:lnTo>
                  <a:lnTo>
                    <a:pt x="2000174" y="865767"/>
                  </a:lnTo>
                  <a:close/>
                </a:path>
                <a:path w="2470784" h="4259580">
                  <a:moveTo>
                    <a:pt x="2018389" y="865767"/>
                  </a:moveTo>
                  <a:lnTo>
                    <a:pt x="2009725" y="865767"/>
                  </a:lnTo>
                  <a:lnTo>
                    <a:pt x="2008149" y="853067"/>
                  </a:lnTo>
                  <a:lnTo>
                    <a:pt x="2016420" y="853067"/>
                  </a:lnTo>
                  <a:lnTo>
                    <a:pt x="2018389" y="865767"/>
                  </a:lnTo>
                  <a:close/>
                </a:path>
                <a:path w="2470784" h="4259580">
                  <a:moveTo>
                    <a:pt x="2180063" y="865767"/>
                  </a:moveTo>
                  <a:lnTo>
                    <a:pt x="2174746" y="865767"/>
                  </a:lnTo>
                  <a:lnTo>
                    <a:pt x="2185774" y="853067"/>
                  </a:lnTo>
                  <a:lnTo>
                    <a:pt x="2180063" y="865767"/>
                  </a:lnTo>
                  <a:close/>
                </a:path>
                <a:path w="2470784" h="4259580">
                  <a:moveTo>
                    <a:pt x="2259621" y="865767"/>
                  </a:moveTo>
                  <a:lnTo>
                    <a:pt x="2248101" y="865767"/>
                  </a:lnTo>
                  <a:lnTo>
                    <a:pt x="2253714" y="853067"/>
                  </a:lnTo>
                  <a:lnTo>
                    <a:pt x="2259621" y="865767"/>
                  </a:lnTo>
                  <a:close/>
                </a:path>
                <a:path w="2470784" h="4259580">
                  <a:moveTo>
                    <a:pt x="2306490" y="865767"/>
                  </a:moveTo>
                  <a:lnTo>
                    <a:pt x="2290736" y="865767"/>
                  </a:lnTo>
                  <a:lnTo>
                    <a:pt x="2298121" y="853067"/>
                  </a:lnTo>
                  <a:lnTo>
                    <a:pt x="2306490" y="865767"/>
                  </a:lnTo>
                  <a:close/>
                </a:path>
                <a:path w="2470784" h="4259580">
                  <a:moveTo>
                    <a:pt x="2359461" y="865767"/>
                  </a:moveTo>
                  <a:lnTo>
                    <a:pt x="2352273" y="865767"/>
                  </a:lnTo>
                  <a:lnTo>
                    <a:pt x="2354538" y="853067"/>
                  </a:lnTo>
                  <a:lnTo>
                    <a:pt x="2359461" y="865767"/>
                  </a:lnTo>
                  <a:close/>
                </a:path>
                <a:path w="2470784" h="4259580">
                  <a:moveTo>
                    <a:pt x="1985406" y="878467"/>
                  </a:moveTo>
                  <a:lnTo>
                    <a:pt x="1977135" y="878467"/>
                  </a:lnTo>
                  <a:lnTo>
                    <a:pt x="1976151" y="865767"/>
                  </a:lnTo>
                  <a:lnTo>
                    <a:pt x="1983339" y="865767"/>
                  </a:lnTo>
                  <a:lnTo>
                    <a:pt x="1985406" y="878467"/>
                  </a:lnTo>
                  <a:close/>
                </a:path>
                <a:path w="2470784" h="4259580">
                  <a:moveTo>
                    <a:pt x="2147864" y="878467"/>
                  </a:moveTo>
                  <a:lnTo>
                    <a:pt x="2134473" y="878467"/>
                  </a:lnTo>
                  <a:lnTo>
                    <a:pt x="2134572" y="865767"/>
                  </a:lnTo>
                  <a:lnTo>
                    <a:pt x="2146683" y="865767"/>
                  </a:lnTo>
                  <a:lnTo>
                    <a:pt x="2147864" y="878467"/>
                  </a:lnTo>
                  <a:close/>
                </a:path>
                <a:path w="2470784" h="4259580">
                  <a:moveTo>
                    <a:pt x="2063679" y="891167"/>
                  </a:moveTo>
                  <a:lnTo>
                    <a:pt x="2064861" y="878467"/>
                  </a:lnTo>
                  <a:lnTo>
                    <a:pt x="2074412" y="878467"/>
                  </a:lnTo>
                  <a:lnTo>
                    <a:pt x="2063679" y="891167"/>
                  </a:lnTo>
                  <a:close/>
                </a:path>
                <a:path w="2470784" h="4259580">
                  <a:moveTo>
                    <a:pt x="2113008" y="903867"/>
                  </a:moveTo>
                  <a:lnTo>
                    <a:pt x="2094399" y="903867"/>
                  </a:lnTo>
                  <a:lnTo>
                    <a:pt x="2086720" y="878467"/>
                  </a:lnTo>
                  <a:lnTo>
                    <a:pt x="2103064" y="878467"/>
                  </a:lnTo>
                  <a:lnTo>
                    <a:pt x="2098338" y="891167"/>
                  </a:lnTo>
                  <a:lnTo>
                    <a:pt x="2109366" y="891167"/>
                  </a:lnTo>
                  <a:lnTo>
                    <a:pt x="2113008" y="903867"/>
                  </a:lnTo>
                  <a:close/>
                </a:path>
                <a:path w="2470784" h="4259580">
                  <a:moveTo>
                    <a:pt x="2162929" y="891167"/>
                  </a:moveTo>
                  <a:lnTo>
                    <a:pt x="2152787" y="891167"/>
                  </a:lnTo>
                  <a:lnTo>
                    <a:pt x="2163618" y="878467"/>
                  </a:lnTo>
                  <a:lnTo>
                    <a:pt x="2165686" y="878467"/>
                  </a:lnTo>
                  <a:lnTo>
                    <a:pt x="2162929" y="891167"/>
                  </a:lnTo>
                  <a:close/>
                </a:path>
                <a:path w="2470784" h="4259580">
                  <a:moveTo>
                    <a:pt x="2180063" y="891167"/>
                  </a:moveTo>
                  <a:lnTo>
                    <a:pt x="2172285" y="878467"/>
                  </a:lnTo>
                  <a:lnTo>
                    <a:pt x="2186463" y="878467"/>
                  </a:lnTo>
                  <a:lnTo>
                    <a:pt x="2180063" y="891167"/>
                  </a:lnTo>
                  <a:close/>
                </a:path>
                <a:path w="2470784" h="4259580">
                  <a:moveTo>
                    <a:pt x="2222993" y="891167"/>
                  </a:moveTo>
                  <a:lnTo>
                    <a:pt x="2199460" y="878467"/>
                  </a:lnTo>
                  <a:lnTo>
                    <a:pt x="2217577" y="878467"/>
                  </a:lnTo>
                  <a:lnTo>
                    <a:pt x="2222993" y="891167"/>
                  </a:lnTo>
                  <a:close/>
                </a:path>
                <a:path w="2470784" h="4259580">
                  <a:moveTo>
                    <a:pt x="2085242" y="903867"/>
                  </a:moveTo>
                  <a:lnTo>
                    <a:pt x="2081796" y="891167"/>
                  </a:lnTo>
                  <a:lnTo>
                    <a:pt x="2086719" y="891167"/>
                  </a:lnTo>
                  <a:lnTo>
                    <a:pt x="2085242" y="903867"/>
                  </a:lnTo>
                  <a:close/>
                </a:path>
                <a:path w="2470784" h="4259580">
                  <a:moveTo>
                    <a:pt x="2071753" y="916567"/>
                  </a:moveTo>
                  <a:lnTo>
                    <a:pt x="2064467" y="903867"/>
                  </a:lnTo>
                  <a:lnTo>
                    <a:pt x="2068307" y="903867"/>
                  </a:lnTo>
                  <a:lnTo>
                    <a:pt x="2071753" y="916567"/>
                  </a:lnTo>
                  <a:close/>
                </a:path>
                <a:path w="2470784" h="4259580">
                  <a:moveTo>
                    <a:pt x="2142158" y="916567"/>
                  </a:moveTo>
                  <a:lnTo>
                    <a:pt x="2127093" y="916567"/>
                  </a:lnTo>
                  <a:lnTo>
                    <a:pt x="2132115" y="903867"/>
                  </a:lnTo>
                  <a:lnTo>
                    <a:pt x="2142158" y="916567"/>
                  </a:lnTo>
                  <a:close/>
                </a:path>
                <a:path w="2470784" h="4259580">
                  <a:moveTo>
                    <a:pt x="2159877" y="916567"/>
                  </a:moveTo>
                  <a:lnTo>
                    <a:pt x="2151114" y="916567"/>
                  </a:lnTo>
                  <a:lnTo>
                    <a:pt x="2149243" y="903867"/>
                  </a:lnTo>
                  <a:lnTo>
                    <a:pt x="2159877" y="916567"/>
                  </a:lnTo>
                  <a:close/>
                </a:path>
                <a:path w="2470784" h="4259580">
                  <a:moveTo>
                    <a:pt x="2199559" y="916567"/>
                  </a:moveTo>
                  <a:lnTo>
                    <a:pt x="2193651" y="916567"/>
                  </a:lnTo>
                  <a:lnTo>
                    <a:pt x="2195128" y="903867"/>
                  </a:lnTo>
                  <a:lnTo>
                    <a:pt x="2200150" y="903867"/>
                  </a:lnTo>
                  <a:lnTo>
                    <a:pt x="2199559" y="916567"/>
                  </a:lnTo>
                  <a:close/>
                </a:path>
                <a:path w="2470784" h="4259580">
                  <a:moveTo>
                    <a:pt x="2219053" y="916567"/>
                  </a:moveTo>
                  <a:lnTo>
                    <a:pt x="2215607" y="916567"/>
                  </a:lnTo>
                  <a:lnTo>
                    <a:pt x="2207828" y="903867"/>
                  </a:lnTo>
                  <a:lnTo>
                    <a:pt x="2221613" y="903867"/>
                  </a:lnTo>
                  <a:lnTo>
                    <a:pt x="2219053" y="916567"/>
                  </a:lnTo>
                  <a:close/>
                </a:path>
                <a:path w="2470784" h="4259580">
                  <a:moveTo>
                    <a:pt x="2299398" y="916567"/>
                  </a:moveTo>
                  <a:lnTo>
                    <a:pt x="2282561" y="916567"/>
                  </a:lnTo>
                  <a:lnTo>
                    <a:pt x="2287484" y="903867"/>
                  </a:lnTo>
                  <a:lnTo>
                    <a:pt x="2294672" y="903867"/>
                  </a:lnTo>
                  <a:lnTo>
                    <a:pt x="2299398" y="916567"/>
                  </a:lnTo>
                  <a:close/>
                </a:path>
                <a:path w="2470784" h="4259580">
                  <a:moveTo>
                    <a:pt x="2351092" y="916567"/>
                  </a:moveTo>
                  <a:lnTo>
                    <a:pt x="2336421" y="903867"/>
                  </a:lnTo>
                  <a:lnTo>
                    <a:pt x="2350009" y="903867"/>
                  </a:lnTo>
                  <a:lnTo>
                    <a:pt x="2351092" y="916567"/>
                  </a:lnTo>
                  <a:close/>
                </a:path>
                <a:path w="2470784" h="4259580">
                  <a:moveTo>
                    <a:pt x="2100214" y="929267"/>
                  </a:moveTo>
                  <a:lnTo>
                    <a:pt x="2087808" y="929267"/>
                  </a:lnTo>
                  <a:lnTo>
                    <a:pt x="2098146" y="916567"/>
                  </a:lnTo>
                  <a:lnTo>
                    <a:pt x="2100214" y="929267"/>
                  </a:lnTo>
                  <a:close/>
                </a:path>
                <a:path w="2470784" h="4259580">
                  <a:moveTo>
                    <a:pt x="2145803" y="929267"/>
                  </a:moveTo>
                  <a:lnTo>
                    <a:pt x="2138024" y="929267"/>
                  </a:lnTo>
                  <a:lnTo>
                    <a:pt x="2145310" y="916567"/>
                  </a:lnTo>
                  <a:lnTo>
                    <a:pt x="2145803" y="929267"/>
                  </a:lnTo>
                  <a:close/>
                </a:path>
                <a:path w="2470784" h="4259580">
                  <a:moveTo>
                    <a:pt x="2200247" y="929267"/>
                  </a:moveTo>
                  <a:lnTo>
                    <a:pt x="2180456" y="929267"/>
                  </a:lnTo>
                  <a:lnTo>
                    <a:pt x="2179471" y="916567"/>
                  </a:lnTo>
                  <a:lnTo>
                    <a:pt x="2188727" y="916567"/>
                  </a:lnTo>
                  <a:lnTo>
                    <a:pt x="2200247" y="929267"/>
                  </a:lnTo>
                  <a:close/>
                </a:path>
                <a:path w="2470784" h="4259580">
                  <a:moveTo>
                    <a:pt x="2277540" y="929267"/>
                  </a:moveTo>
                  <a:lnTo>
                    <a:pt x="2264247" y="929267"/>
                  </a:lnTo>
                  <a:lnTo>
                    <a:pt x="2268185" y="916567"/>
                  </a:lnTo>
                  <a:lnTo>
                    <a:pt x="2270746" y="916567"/>
                  </a:lnTo>
                  <a:lnTo>
                    <a:pt x="2277540" y="929267"/>
                  </a:lnTo>
                  <a:close/>
                </a:path>
                <a:path w="2470784" h="4259580">
                  <a:moveTo>
                    <a:pt x="2046448" y="954667"/>
                  </a:moveTo>
                  <a:lnTo>
                    <a:pt x="2038178" y="941967"/>
                  </a:lnTo>
                  <a:lnTo>
                    <a:pt x="2044381" y="929267"/>
                  </a:lnTo>
                  <a:lnTo>
                    <a:pt x="2050682" y="941967"/>
                  </a:lnTo>
                  <a:lnTo>
                    <a:pt x="2046448" y="954667"/>
                  </a:lnTo>
                  <a:close/>
                </a:path>
                <a:path w="2470784" h="4259580">
                  <a:moveTo>
                    <a:pt x="2120990" y="941967"/>
                  </a:moveTo>
                  <a:lnTo>
                    <a:pt x="2111340" y="941967"/>
                  </a:lnTo>
                  <a:lnTo>
                    <a:pt x="2115673" y="929267"/>
                  </a:lnTo>
                  <a:lnTo>
                    <a:pt x="2120990" y="941967"/>
                  </a:lnTo>
                  <a:close/>
                </a:path>
                <a:path w="2470784" h="4259580">
                  <a:moveTo>
                    <a:pt x="2161948" y="941967"/>
                  </a:moveTo>
                  <a:lnTo>
                    <a:pt x="2159684" y="941967"/>
                  </a:lnTo>
                  <a:lnTo>
                    <a:pt x="2163228" y="929267"/>
                  </a:lnTo>
                  <a:lnTo>
                    <a:pt x="2161948" y="941967"/>
                  </a:lnTo>
                  <a:close/>
                </a:path>
                <a:path w="2470784" h="4259580">
                  <a:moveTo>
                    <a:pt x="2177405" y="941967"/>
                  </a:moveTo>
                  <a:lnTo>
                    <a:pt x="2169725" y="941967"/>
                  </a:lnTo>
                  <a:lnTo>
                    <a:pt x="2169922" y="929267"/>
                  </a:lnTo>
                  <a:lnTo>
                    <a:pt x="2178783" y="929267"/>
                  </a:lnTo>
                  <a:lnTo>
                    <a:pt x="2177405" y="941967"/>
                  </a:lnTo>
                  <a:close/>
                </a:path>
                <a:path w="2470784" h="4259580">
                  <a:moveTo>
                    <a:pt x="2203004" y="941967"/>
                  </a:moveTo>
                  <a:lnTo>
                    <a:pt x="2202019" y="929267"/>
                  </a:lnTo>
                  <a:lnTo>
                    <a:pt x="2203594" y="929267"/>
                  </a:lnTo>
                  <a:lnTo>
                    <a:pt x="2203004" y="941967"/>
                  </a:lnTo>
                  <a:close/>
                </a:path>
                <a:path w="2470784" h="4259580">
                  <a:moveTo>
                    <a:pt x="2297725" y="954667"/>
                  </a:moveTo>
                  <a:lnTo>
                    <a:pt x="2294673" y="941967"/>
                  </a:lnTo>
                  <a:lnTo>
                    <a:pt x="2282758" y="929267"/>
                  </a:lnTo>
                  <a:lnTo>
                    <a:pt x="2306291" y="929267"/>
                  </a:lnTo>
                  <a:lnTo>
                    <a:pt x="2301663" y="941967"/>
                  </a:lnTo>
                  <a:lnTo>
                    <a:pt x="2316236" y="941967"/>
                  </a:lnTo>
                  <a:lnTo>
                    <a:pt x="2297725" y="954667"/>
                  </a:lnTo>
                  <a:close/>
                </a:path>
                <a:path w="2470784" h="4259580">
                  <a:moveTo>
                    <a:pt x="2366157" y="941967"/>
                  </a:moveTo>
                  <a:lnTo>
                    <a:pt x="2357590" y="941967"/>
                  </a:lnTo>
                  <a:lnTo>
                    <a:pt x="2357787" y="929267"/>
                  </a:lnTo>
                  <a:lnTo>
                    <a:pt x="2369012" y="929267"/>
                  </a:lnTo>
                  <a:lnTo>
                    <a:pt x="2366157" y="941967"/>
                  </a:lnTo>
                  <a:close/>
                </a:path>
                <a:path w="2470784" h="4259580">
                  <a:moveTo>
                    <a:pt x="1906340" y="954667"/>
                  </a:moveTo>
                  <a:lnTo>
                    <a:pt x="1901909" y="954667"/>
                  </a:lnTo>
                  <a:lnTo>
                    <a:pt x="1905946" y="941967"/>
                  </a:lnTo>
                  <a:lnTo>
                    <a:pt x="1906340" y="954667"/>
                  </a:lnTo>
                  <a:close/>
                </a:path>
                <a:path w="2470784" h="4259580">
                  <a:moveTo>
                    <a:pt x="2132902" y="967367"/>
                  </a:moveTo>
                  <a:lnTo>
                    <a:pt x="2122072" y="954667"/>
                  </a:lnTo>
                  <a:lnTo>
                    <a:pt x="2132508" y="941967"/>
                  </a:lnTo>
                  <a:lnTo>
                    <a:pt x="2132902" y="967367"/>
                  </a:lnTo>
                  <a:close/>
                </a:path>
                <a:path w="2470784" h="4259580">
                  <a:moveTo>
                    <a:pt x="2220038" y="954667"/>
                  </a:moveTo>
                  <a:lnTo>
                    <a:pt x="2215411" y="954667"/>
                  </a:lnTo>
                  <a:lnTo>
                    <a:pt x="2227916" y="941967"/>
                  </a:lnTo>
                  <a:lnTo>
                    <a:pt x="2220038" y="954667"/>
                  </a:lnTo>
                  <a:close/>
                </a:path>
                <a:path w="2470784" h="4259580">
                  <a:moveTo>
                    <a:pt x="2077366" y="967367"/>
                  </a:moveTo>
                  <a:lnTo>
                    <a:pt x="2068602" y="967367"/>
                  </a:lnTo>
                  <a:lnTo>
                    <a:pt x="2064762" y="954667"/>
                  </a:lnTo>
                  <a:lnTo>
                    <a:pt x="2075889" y="954667"/>
                  </a:lnTo>
                  <a:lnTo>
                    <a:pt x="2077366" y="967367"/>
                  </a:lnTo>
                  <a:close/>
                </a:path>
                <a:path w="2470784" h="4259580">
                  <a:moveTo>
                    <a:pt x="2361527" y="967367"/>
                  </a:moveTo>
                  <a:lnTo>
                    <a:pt x="2352370" y="967367"/>
                  </a:lnTo>
                  <a:lnTo>
                    <a:pt x="2359657" y="954667"/>
                  </a:lnTo>
                  <a:lnTo>
                    <a:pt x="2362019" y="954667"/>
                  </a:lnTo>
                  <a:lnTo>
                    <a:pt x="2361527" y="967367"/>
                  </a:lnTo>
                  <a:close/>
                </a:path>
                <a:path w="2470784" h="4259580">
                  <a:moveTo>
                    <a:pt x="2058954" y="980067"/>
                  </a:moveTo>
                  <a:lnTo>
                    <a:pt x="2050289" y="980067"/>
                  </a:lnTo>
                  <a:lnTo>
                    <a:pt x="2053342" y="967367"/>
                  </a:lnTo>
                  <a:lnTo>
                    <a:pt x="2058954" y="980067"/>
                  </a:lnTo>
                  <a:close/>
                </a:path>
                <a:path w="2470784" h="4259580">
                  <a:moveTo>
                    <a:pt x="2215706" y="980067"/>
                  </a:moveTo>
                  <a:lnTo>
                    <a:pt x="2208223" y="967367"/>
                  </a:lnTo>
                  <a:lnTo>
                    <a:pt x="2214819" y="967367"/>
                  </a:lnTo>
                  <a:lnTo>
                    <a:pt x="2215706" y="980067"/>
                  </a:lnTo>
                  <a:close/>
                </a:path>
                <a:path w="2470784" h="4259580">
                  <a:moveTo>
                    <a:pt x="2303435" y="980067"/>
                  </a:moveTo>
                  <a:lnTo>
                    <a:pt x="2291127" y="967367"/>
                  </a:lnTo>
                  <a:lnTo>
                    <a:pt x="2301367" y="967367"/>
                  </a:lnTo>
                  <a:lnTo>
                    <a:pt x="2303435" y="980067"/>
                  </a:lnTo>
                  <a:close/>
                </a:path>
                <a:path w="2470784" h="4259580">
                  <a:moveTo>
                    <a:pt x="2400323" y="980067"/>
                  </a:moveTo>
                  <a:lnTo>
                    <a:pt x="2393923" y="980067"/>
                  </a:lnTo>
                  <a:lnTo>
                    <a:pt x="2395892" y="967367"/>
                  </a:lnTo>
                  <a:lnTo>
                    <a:pt x="2400323" y="980067"/>
                  </a:lnTo>
                  <a:close/>
                </a:path>
                <a:path w="2470784" h="4259580">
                  <a:moveTo>
                    <a:pt x="2177600" y="992767"/>
                  </a:moveTo>
                  <a:lnTo>
                    <a:pt x="2164996" y="992767"/>
                  </a:lnTo>
                  <a:lnTo>
                    <a:pt x="2172579" y="980067"/>
                  </a:lnTo>
                  <a:lnTo>
                    <a:pt x="2177600" y="992767"/>
                  </a:lnTo>
                  <a:close/>
                </a:path>
                <a:path w="2470784" h="4259580">
                  <a:moveTo>
                    <a:pt x="2253221" y="992767"/>
                  </a:moveTo>
                  <a:lnTo>
                    <a:pt x="2241307" y="992767"/>
                  </a:lnTo>
                  <a:lnTo>
                    <a:pt x="2241504" y="980067"/>
                  </a:lnTo>
                  <a:lnTo>
                    <a:pt x="2248988" y="980067"/>
                  </a:lnTo>
                  <a:lnTo>
                    <a:pt x="2253221" y="992767"/>
                  </a:lnTo>
                  <a:close/>
                </a:path>
                <a:path w="2470784" h="4259580">
                  <a:moveTo>
                    <a:pt x="2324213" y="992767"/>
                  </a:moveTo>
                  <a:lnTo>
                    <a:pt x="2315253" y="980067"/>
                  </a:lnTo>
                  <a:lnTo>
                    <a:pt x="2326281" y="980067"/>
                  </a:lnTo>
                  <a:lnTo>
                    <a:pt x="2324213" y="992767"/>
                  </a:lnTo>
                  <a:close/>
                </a:path>
                <a:path w="2470784" h="4259580">
                  <a:moveTo>
                    <a:pt x="2380631" y="992767"/>
                  </a:moveTo>
                  <a:lnTo>
                    <a:pt x="2372754" y="980067"/>
                  </a:lnTo>
                  <a:lnTo>
                    <a:pt x="2382010" y="980067"/>
                  </a:lnTo>
                  <a:lnTo>
                    <a:pt x="2380631" y="992767"/>
                  </a:lnTo>
                  <a:close/>
                </a:path>
                <a:path w="2470784" h="4259580">
                  <a:moveTo>
                    <a:pt x="1907029" y="1005467"/>
                  </a:moveTo>
                  <a:lnTo>
                    <a:pt x="1903878" y="992767"/>
                  </a:lnTo>
                  <a:lnTo>
                    <a:pt x="1908407" y="992767"/>
                  </a:lnTo>
                  <a:lnTo>
                    <a:pt x="1907029" y="1005467"/>
                  </a:lnTo>
                  <a:close/>
                </a:path>
                <a:path w="2470784" h="4259580">
                  <a:moveTo>
                    <a:pt x="2340066" y="1005467"/>
                  </a:moveTo>
                  <a:lnTo>
                    <a:pt x="2328743" y="1005467"/>
                  </a:lnTo>
                  <a:lnTo>
                    <a:pt x="2328251" y="992767"/>
                  </a:lnTo>
                  <a:lnTo>
                    <a:pt x="2331599" y="992767"/>
                  </a:lnTo>
                  <a:lnTo>
                    <a:pt x="2340066" y="1005467"/>
                  </a:lnTo>
                  <a:close/>
                </a:path>
                <a:path w="2470784" h="4259580">
                  <a:moveTo>
                    <a:pt x="2026955" y="1018167"/>
                  </a:moveTo>
                  <a:lnTo>
                    <a:pt x="2010217" y="1018167"/>
                  </a:lnTo>
                  <a:lnTo>
                    <a:pt x="2017405" y="1005467"/>
                  </a:lnTo>
                  <a:lnTo>
                    <a:pt x="2028530" y="1005467"/>
                  </a:lnTo>
                  <a:lnTo>
                    <a:pt x="2026955" y="1018167"/>
                  </a:lnTo>
                  <a:close/>
                </a:path>
                <a:path w="2470784" h="4259580">
                  <a:moveTo>
                    <a:pt x="2115376" y="1018167"/>
                  </a:moveTo>
                  <a:lnTo>
                    <a:pt x="2110059" y="1005467"/>
                  </a:lnTo>
                  <a:lnTo>
                    <a:pt x="2119709" y="1005467"/>
                  </a:lnTo>
                  <a:lnTo>
                    <a:pt x="2115376" y="1018167"/>
                  </a:lnTo>
                  <a:close/>
                </a:path>
                <a:path w="2470784" h="4259580">
                  <a:moveTo>
                    <a:pt x="2189323" y="1018167"/>
                  </a:moveTo>
                  <a:lnTo>
                    <a:pt x="2185581" y="1005467"/>
                  </a:lnTo>
                  <a:lnTo>
                    <a:pt x="2187944" y="1005467"/>
                  </a:lnTo>
                  <a:lnTo>
                    <a:pt x="2189323" y="1018167"/>
                  </a:lnTo>
                  <a:close/>
                </a:path>
                <a:path w="2470784" h="4259580">
                  <a:moveTo>
                    <a:pt x="2294872" y="1018167"/>
                  </a:moveTo>
                  <a:lnTo>
                    <a:pt x="2292016" y="1018167"/>
                  </a:lnTo>
                  <a:lnTo>
                    <a:pt x="2289062" y="1005467"/>
                  </a:lnTo>
                  <a:lnTo>
                    <a:pt x="2292213" y="1005467"/>
                  </a:lnTo>
                  <a:lnTo>
                    <a:pt x="2294872" y="1018167"/>
                  </a:lnTo>
                  <a:close/>
                </a:path>
                <a:path w="2470784" h="4259580">
                  <a:moveTo>
                    <a:pt x="1994462" y="1030867"/>
                  </a:moveTo>
                  <a:lnTo>
                    <a:pt x="1989145" y="1030867"/>
                  </a:lnTo>
                  <a:lnTo>
                    <a:pt x="1992690" y="1018167"/>
                  </a:lnTo>
                  <a:lnTo>
                    <a:pt x="1994462" y="1030867"/>
                  </a:lnTo>
                  <a:close/>
                </a:path>
                <a:path w="2470784" h="4259580">
                  <a:moveTo>
                    <a:pt x="2061418" y="1030867"/>
                  </a:moveTo>
                  <a:lnTo>
                    <a:pt x="2063683" y="1018167"/>
                  </a:lnTo>
                  <a:lnTo>
                    <a:pt x="2076384" y="1018167"/>
                  </a:lnTo>
                  <a:lnTo>
                    <a:pt x="2061418" y="1030867"/>
                  </a:lnTo>
                  <a:close/>
                </a:path>
                <a:path w="2470784" h="4259580">
                  <a:moveTo>
                    <a:pt x="2125518" y="1030867"/>
                  </a:moveTo>
                  <a:lnTo>
                    <a:pt x="2112324" y="1030867"/>
                  </a:lnTo>
                  <a:lnTo>
                    <a:pt x="2116262" y="1018167"/>
                  </a:lnTo>
                  <a:lnTo>
                    <a:pt x="2125518" y="1030867"/>
                  </a:lnTo>
                  <a:close/>
                </a:path>
                <a:path w="2470784" h="4259580">
                  <a:moveTo>
                    <a:pt x="2164313" y="1030867"/>
                  </a:moveTo>
                  <a:lnTo>
                    <a:pt x="2145802" y="1030867"/>
                  </a:lnTo>
                  <a:lnTo>
                    <a:pt x="2156633" y="1018167"/>
                  </a:lnTo>
                  <a:lnTo>
                    <a:pt x="2160473" y="1018167"/>
                  </a:lnTo>
                  <a:lnTo>
                    <a:pt x="2164313" y="1030867"/>
                  </a:lnTo>
                  <a:close/>
                </a:path>
                <a:path w="2470784" h="4259580">
                  <a:moveTo>
                    <a:pt x="2304518" y="1030867"/>
                  </a:moveTo>
                  <a:lnTo>
                    <a:pt x="2296740" y="1030867"/>
                  </a:lnTo>
                  <a:lnTo>
                    <a:pt x="2292309" y="1018167"/>
                  </a:lnTo>
                  <a:lnTo>
                    <a:pt x="2301761" y="1018167"/>
                  </a:lnTo>
                  <a:lnTo>
                    <a:pt x="2304518" y="1030867"/>
                  </a:lnTo>
                  <a:close/>
                </a:path>
                <a:path w="2470784" h="4259580">
                  <a:moveTo>
                    <a:pt x="2358377" y="1030867"/>
                  </a:moveTo>
                  <a:lnTo>
                    <a:pt x="2345478" y="1030867"/>
                  </a:lnTo>
                  <a:lnTo>
                    <a:pt x="2347053" y="1018167"/>
                  </a:lnTo>
                  <a:lnTo>
                    <a:pt x="2358377" y="1030867"/>
                  </a:lnTo>
                  <a:close/>
                </a:path>
                <a:path w="2470784" h="4259580">
                  <a:moveTo>
                    <a:pt x="2017503" y="1043567"/>
                  </a:moveTo>
                  <a:lnTo>
                    <a:pt x="2014648" y="1043567"/>
                  </a:lnTo>
                  <a:lnTo>
                    <a:pt x="2016814" y="1030867"/>
                  </a:lnTo>
                  <a:lnTo>
                    <a:pt x="2019079" y="1030867"/>
                  </a:lnTo>
                  <a:lnTo>
                    <a:pt x="2017503" y="1043567"/>
                  </a:lnTo>
                  <a:close/>
                </a:path>
                <a:path w="2470784" h="4259580">
                  <a:moveTo>
                    <a:pt x="2047831" y="1043567"/>
                  </a:moveTo>
                  <a:lnTo>
                    <a:pt x="2043203" y="1043567"/>
                  </a:lnTo>
                  <a:lnTo>
                    <a:pt x="2043400" y="1030867"/>
                  </a:lnTo>
                  <a:lnTo>
                    <a:pt x="2053246" y="1030867"/>
                  </a:lnTo>
                  <a:lnTo>
                    <a:pt x="2047831" y="1043567"/>
                  </a:lnTo>
                  <a:close/>
                </a:path>
                <a:path w="2470784" h="4259580">
                  <a:moveTo>
                    <a:pt x="2134872" y="1043567"/>
                  </a:moveTo>
                  <a:lnTo>
                    <a:pt x="2133887" y="1030867"/>
                  </a:lnTo>
                  <a:lnTo>
                    <a:pt x="2138614" y="1030867"/>
                  </a:lnTo>
                  <a:lnTo>
                    <a:pt x="2134872" y="1043567"/>
                  </a:lnTo>
                  <a:close/>
                </a:path>
                <a:path w="2470784" h="4259580">
                  <a:moveTo>
                    <a:pt x="2382992" y="1043567"/>
                  </a:moveTo>
                  <a:lnTo>
                    <a:pt x="2374918" y="1043567"/>
                  </a:lnTo>
                  <a:lnTo>
                    <a:pt x="2375805" y="1030867"/>
                  </a:lnTo>
                  <a:lnTo>
                    <a:pt x="2378463" y="1030867"/>
                  </a:lnTo>
                  <a:lnTo>
                    <a:pt x="2382992" y="1043567"/>
                  </a:lnTo>
                  <a:close/>
                </a:path>
                <a:path w="2470784" h="4259580">
                  <a:moveTo>
                    <a:pt x="2062207" y="1056267"/>
                  </a:moveTo>
                  <a:lnTo>
                    <a:pt x="2061518" y="1043567"/>
                  </a:lnTo>
                  <a:lnTo>
                    <a:pt x="2073629" y="1043567"/>
                  </a:lnTo>
                  <a:lnTo>
                    <a:pt x="2062207" y="1056267"/>
                  </a:lnTo>
                  <a:close/>
                </a:path>
                <a:path w="2470784" h="4259580">
                  <a:moveTo>
                    <a:pt x="2113210" y="1056267"/>
                  </a:moveTo>
                  <a:lnTo>
                    <a:pt x="2103167" y="1056267"/>
                  </a:lnTo>
                  <a:lnTo>
                    <a:pt x="2111635" y="1043567"/>
                  </a:lnTo>
                  <a:lnTo>
                    <a:pt x="2113210" y="1056267"/>
                  </a:lnTo>
                  <a:close/>
                </a:path>
                <a:path w="2470784" h="4259580">
                  <a:moveTo>
                    <a:pt x="2136940" y="1056267"/>
                  </a:moveTo>
                  <a:lnTo>
                    <a:pt x="2127684" y="1056267"/>
                  </a:lnTo>
                  <a:lnTo>
                    <a:pt x="2128177" y="1043567"/>
                  </a:lnTo>
                  <a:lnTo>
                    <a:pt x="2136644" y="1043567"/>
                  </a:lnTo>
                  <a:lnTo>
                    <a:pt x="2136940" y="1056267"/>
                  </a:lnTo>
                  <a:close/>
                </a:path>
                <a:path w="2470784" h="4259580">
                  <a:moveTo>
                    <a:pt x="2320469" y="1056267"/>
                  </a:moveTo>
                  <a:lnTo>
                    <a:pt x="2313281" y="1056267"/>
                  </a:lnTo>
                  <a:lnTo>
                    <a:pt x="2321946" y="1043567"/>
                  </a:lnTo>
                  <a:lnTo>
                    <a:pt x="2320469" y="1056267"/>
                  </a:lnTo>
                  <a:close/>
                </a:path>
                <a:path w="2470784" h="4259580">
                  <a:moveTo>
                    <a:pt x="2167661" y="1068967"/>
                  </a:moveTo>
                  <a:lnTo>
                    <a:pt x="2154663" y="1068967"/>
                  </a:lnTo>
                  <a:lnTo>
                    <a:pt x="2159587" y="1056267"/>
                  </a:lnTo>
                  <a:lnTo>
                    <a:pt x="2167661" y="1068967"/>
                  </a:lnTo>
                  <a:close/>
                </a:path>
                <a:path w="2470784" h="4259580">
                  <a:moveTo>
                    <a:pt x="2192374" y="1068967"/>
                  </a:moveTo>
                  <a:lnTo>
                    <a:pt x="2194934" y="1056267"/>
                  </a:lnTo>
                  <a:lnTo>
                    <a:pt x="2200251" y="1056267"/>
                  </a:lnTo>
                  <a:lnTo>
                    <a:pt x="2192374" y="1068967"/>
                  </a:lnTo>
                  <a:close/>
                </a:path>
                <a:path w="2470784" h="4259580">
                  <a:moveTo>
                    <a:pt x="2237861" y="1068967"/>
                  </a:moveTo>
                  <a:lnTo>
                    <a:pt x="2210192" y="1068967"/>
                  </a:lnTo>
                  <a:lnTo>
                    <a:pt x="2220629" y="1056267"/>
                  </a:lnTo>
                  <a:lnTo>
                    <a:pt x="2228113" y="1056267"/>
                  </a:lnTo>
                  <a:lnTo>
                    <a:pt x="2237861" y="1068967"/>
                  </a:lnTo>
                  <a:close/>
                </a:path>
                <a:path w="2470784" h="4259580">
                  <a:moveTo>
                    <a:pt x="2278130" y="1068967"/>
                  </a:moveTo>
                  <a:lnTo>
                    <a:pt x="2256862" y="1068967"/>
                  </a:lnTo>
                  <a:lnTo>
                    <a:pt x="2266906" y="1056267"/>
                  </a:lnTo>
                  <a:lnTo>
                    <a:pt x="2272813" y="1056267"/>
                  </a:lnTo>
                  <a:lnTo>
                    <a:pt x="2278130" y="1068967"/>
                  </a:lnTo>
                  <a:close/>
                </a:path>
                <a:path w="2470784" h="4259580">
                  <a:moveTo>
                    <a:pt x="2078157" y="1081667"/>
                  </a:moveTo>
                  <a:lnTo>
                    <a:pt x="2076187" y="1068967"/>
                  </a:lnTo>
                  <a:lnTo>
                    <a:pt x="2080226" y="1068967"/>
                  </a:lnTo>
                  <a:lnTo>
                    <a:pt x="2078157" y="1081667"/>
                  </a:lnTo>
                  <a:close/>
                </a:path>
                <a:path w="2470784" h="4259580">
                  <a:moveTo>
                    <a:pt x="2328840" y="1081667"/>
                  </a:moveTo>
                  <a:lnTo>
                    <a:pt x="2321750" y="1081667"/>
                  </a:lnTo>
                  <a:lnTo>
                    <a:pt x="2314858" y="1068967"/>
                  </a:lnTo>
                  <a:lnTo>
                    <a:pt x="2322833" y="1068967"/>
                  </a:lnTo>
                  <a:lnTo>
                    <a:pt x="2328840" y="1081667"/>
                  </a:lnTo>
                  <a:close/>
                </a:path>
                <a:path w="2470784" h="4259580">
                  <a:moveTo>
                    <a:pt x="2368518" y="1081667"/>
                  </a:moveTo>
                  <a:lnTo>
                    <a:pt x="2352272" y="1081667"/>
                  </a:lnTo>
                  <a:lnTo>
                    <a:pt x="2351681" y="1068967"/>
                  </a:lnTo>
                  <a:lnTo>
                    <a:pt x="2367533" y="1068967"/>
                  </a:lnTo>
                  <a:lnTo>
                    <a:pt x="2368518" y="1081667"/>
                  </a:lnTo>
                  <a:close/>
                </a:path>
                <a:path w="2470784" h="4259580">
                  <a:moveTo>
                    <a:pt x="2118528" y="1094367"/>
                  </a:moveTo>
                  <a:lnTo>
                    <a:pt x="2113605" y="1094367"/>
                  </a:lnTo>
                  <a:lnTo>
                    <a:pt x="2104448" y="1081667"/>
                  </a:lnTo>
                  <a:lnTo>
                    <a:pt x="2108879" y="1081667"/>
                  </a:lnTo>
                  <a:lnTo>
                    <a:pt x="2118528" y="1094367"/>
                  </a:lnTo>
                  <a:close/>
                </a:path>
                <a:path w="2470784" h="4259580">
                  <a:moveTo>
                    <a:pt x="2251154" y="1094367"/>
                  </a:moveTo>
                  <a:lnTo>
                    <a:pt x="2246822" y="1081667"/>
                  </a:lnTo>
                  <a:lnTo>
                    <a:pt x="2256471" y="1081667"/>
                  </a:lnTo>
                  <a:lnTo>
                    <a:pt x="2251154" y="1094367"/>
                  </a:lnTo>
                  <a:close/>
                </a:path>
                <a:path w="2470784" h="4259580">
                  <a:moveTo>
                    <a:pt x="2363794" y="1094367"/>
                  </a:moveTo>
                  <a:lnTo>
                    <a:pt x="2362908" y="1094367"/>
                  </a:lnTo>
                  <a:lnTo>
                    <a:pt x="2374723" y="1081667"/>
                  </a:lnTo>
                  <a:lnTo>
                    <a:pt x="2363794" y="1094367"/>
                  </a:lnTo>
                  <a:close/>
                </a:path>
                <a:path w="2470784" h="4259580">
                  <a:moveTo>
                    <a:pt x="2433406" y="1094367"/>
                  </a:moveTo>
                  <a:lnTo>
                    <a:pt x="2429763" y="1094367"/>
                  </a:lnTo>
                  <a:lnTo>
                    <a:pt x="2427597" y="1081667"/>
                  </a:lnTo>
                  <a:lnTo>
                    <a:pt x="2433406" y="1094367"/>
                  </a:lnTo>
                  <a:close/>
                </a:path>
                <a:path w="2470784" h="4259580">
                  <a:moveTo>
                    <a:pt x="2191290" y="1119767"/>
                  </a:moveTo>
                  <a:lnTo>
                    <a:pt x="2178982" y="1119767"/>
                  </a:lnTo>
                  <a:lnTo>
                    <a:pt x="2166872" y="1107067"/>
                  </a:lnTo>
                  <a:lnTo>
                    <a:pt x="2177112" y="1094367"/>
                  </a:lnTo>
                  <a:lnTo>
                    <a:pt x="2181542" y="1107067"/>
                  </a:lnTo>
                  <a:lnTo>
                    <a:pt x="2191290" y="1119767"/>
                  </a:lnTo>
                  <a:close/>
                </a:path>
                <a:path w="2470784" h="4259580">
                  <a:moveTo>
                    <a:pt x="2218270" y="1107067"/>
                  </a:moveTo>
                  <a:lnTo>
                    <a:pt x="2207734" y="1107067"/>
                  </a:lnTo>
                  <a:lnTo>
                    <a:pt x="2212264" y="1094367"/>
                  </a:lnTo>
                  <a:lnTo>
                    <a:pt x="2218270" y="1107067"/>
                  </a:lnTo>
                  <a:close/>
                </a:path>
                <a:path w="2470784" h="4259580">
                  <a:moveTo>
                    <a:pt x="2270256" y="1107067"/>
                  </a:moveTo>
                  <a:lnTo>
                    <a:pt x="2264743" y="1094367"/>
                  </a:lnTo>
                  <a:lnTo>
                    <a:pt x="2276853" y="1094367"/>
                  </a:lnTo>
                  <a:lnTo>
                    <a:pt x="2270256" y="1107067"/>
                  </a:lnTo>
                  <a:close/>
                </a:path>
                <a:path w="2470784" h="4259580">
                  <a:moveTo>
                    <a:pt x="2311413" y="1107067"/>
                  </a:moveTo>
                  <a:lnTo>
                    <a:pt x="2307966" y="1094367"/>
                  </a:lnTo>
                  <a:lnTo>
                    <a:pt x="2319683" y="1094367"/>
                  </a:lnTo>
                  <a:lnTo>
                    <a:pt x="2311413" y="1107067"/>
                  </a:lnTo>
                  <a:close/>
                </a:path>
                <a:path w="2470784" h="4259580">
                  <a:moveTo>
                    <a:pt x="2206651" y="1119767"/>
                  </a:moveTo>
                  <a:lnTo>
                    <a:pt x="2193753" y="1107067"/>
                  </a:lnTo>
                  <a:lnTo>
                    <a:pt x="2205076" y="1107067"/>
                  </a:lnTo>
                  <a:lnTo>
                    <a:pt x="2206651" y="1119767"/>
                  </a:lnTo>
                  <a:close/>
                </a:path>
                <a:path w="2470784" h="4259580">
                  <a:moveTo>
                    <a:pt x="2368717" y="1119767"/>
                  </a:moveTo>
                  <a:lnTo>
                    <a:pt x="2357788" y="1107067"/>
                  </a:lnTo>
                  <a:lnTo>
                    <a:pt x="2370391" y="1107067"/>
                  </a:lnTo>
                  <a:lnTo>
                    <a:pt x="2368717" y="1119767"/>
                  </a:lnTo>
                  <a:close/>
                </a:path>
                <a:path w="2470784" h="4259580">
                  <a:moveTo>
                    <a:pt x="2439905" y="1119767"/>
                  </a:moveTo>
                  <a:lnTo>
                    <a:pt x="2434096" y="1119767"/>
                  </a:lnTo>
                  <a:lnTo>
                    <a:pt x="2429960" y="1107067"/>
                  </a:lnTo>
                  <a:lnTo>
                    <a:pt x="2437739" y="1107067"/>
                  </a:lnTo>
                  <a:lnTo>
                    <a:pt x="2439905" y="1119767"/>
                  </a:lnTo>
                  <a:close/>
                </a:path>
                <a:path w="2470784" h="4259580">
                  <a:moveTo>
                    <a:pt x="1996828" y="1132467"/>
                  </a:moveTo>
                  <a:lnTo>
                    <a:pt x="1993874" y="1119767"/>
                  </a:lnTo>
                  <a:lnTo>
                    <a:pt x="1996533" y="1119767"/>
                  </a:lnTo>
                  <a:lnTo>
                    <a:pt x="1996828" y="1132467"/>
                  </a:lnTo>
                  <a:close/>
                </a:path>
                <a:path w="2470784" h="4259580">
                  <a:moveTo>
                    <a:pt x="2145211" y="1132467"/>
                  </a:moveTo>
                  <a:lnTo>
                    <a:pt x="2133297" y="1119767"/>
                  </a:lnTo>
                  <a:lnTo>
                    <a:pt x="2150036" y="1119767"/>
                  </a:lnTo>
                  <a:lnTo>
                    <a:pt x="2145211" y="1132467"/>
                  </a:lnTo>
                  <a:close/>
                </a:path>
                <a:path w="2470784" h="4259580">
                  <a:moveTo>
                    <a:pt x="2319287" y="1145167"/>
                  </a:moveTo>
                  <a:lnTo>
                    <a:pt x="2317022" y="1145167"/>
                  </a:lnTo>
                  <a:lnTo>
                    <a:pt x="2313773" y="1119767"/>
                  </a:lnTo>
                  <a:lnTo>
                    <a:pt x="2319287" y="1132467"/>
                  </a:lnTo>
                  <a:lnTo>
                    <a:pt x="2319287" y="1145167"/>
                  </a:lnTo>
                  <a:close/>
                </a:path>
                <a:path w="2470784" h="4259580">
                  <a:moveTo>
                    <a:pt x="2222897" y="1145167"/>
                  </a:moveTo>
                  <a:lnTo>
                    <a:pt x="2215119" y="1145167"/>
                  </a:lnTo>
                  <a:lnTo>
                    <a:pt x="2212755" y="1132467"/>
                  </a:lnTo>
                  <a:lnTo>
                    <a:pt x="2224177" y="1132467"/>
                  </a:lnTo>
                  <a:lnTo>
                    <a:pt x="2222897" y="1145167"/>
                  </a:lnTo>
                  <a:close/>
                </a:path>
                <a:path w="2470784" h="4259580">
                  <a:moveTo>
                    <a:pt x="2259819" y="1145167"/>
                  </a:moveTo>
                  <a:lnTo>
                    <a:pt x="2255388" y="1145167"/>
                  </a:lnTo>
                  <a:lnTo>
                    <a:pt x="2258835" y="1132467"/>
                  </a:lnTo>
                  <a:lnTo>
                    <a:pt x="2259819" y="1145167"/>
                  </a:lnTo>
                  <a:close/>
                </a:path>
                <a:path w="2470784" h="4259580">
                  <a:moveTo>
                    <a:pt x="2106121" y="1157867"/>
                  </a:moveTo>
                  <a:lnTo>
                    <a:pt x="2089185" y="1157867"/>
                  </a:lnTo>
                  <a:lnTo>
                    <a:pt x="2094306" y="1145167"/>
                  </a:lnTo>
                  <a:lnTo>
                    <a:pt x="2108484" y="1145167"/>
                  </a:lnTo>
                  <a:lnTo>
                    <a:pt x="2106121" y="1157867"/>
                  </a:lnTo>
                  <a:close/>
                </a:path>
                <a:path w="2470784" h="4259580">
                  <a:moveTo>
                    <a:pt x="2134478" y="1157867"/>
                  </a:moveTo>
                  <a:lnTo>
                    <a:pt x="2131229" y="1157867"/>
                  </a:lnTo>
                  <a:lnTo>
                    <a:pt x="2129752" y="1145167"/>
                  </a:lnTo>
                  <a:lnTo>
                    <a:pt x="2134478" y="1157867"/>
                  </a:lnTo>
                  <a:close/>
                </a:path>
                <a:path w="2470784" h="4259580">
                  <a:moveTo>
                    <a:pt x="2347745" y="1157867"/>
                  </a:moveTo>
                  <a:lnTo>
                    <a:pt x="2341640" y="1145167"/>
                  </a:lnTo>
                  <a:lnTo>
                    <a:pt x="2354243" y="1145167"/>
                  </a:lnTo>
                  <a:lnTo>
                    <a:pt x="2347745" y="1157867"/>
                  </a:lnTo>
                  <a:close/>
                </a:path>
                <a:path w="2470784" h="4259580">
                  <a:moveTo>
                    <a:pt x="2394611" y="1170567"/>
                  </a:moveTo>
                  <a:lnTo>
                    <a:pt x="2387817" y="1170567"/>
                  </a:lnTo>
                  <a:lnTo>
                    <a:pt x="2375115" y="1157867"/>
                  </a:lnTo>
                  <a:lnTo>
                    <a:pt x="2384863" y="1145167"/>
                  </a:lnTo>
                  <a:lnTo>
                    <a:pt x="2386143" y="1157867"/>
                  </a:lnTo>
                  <a:lnTo>
                    <a:pt x="2394611" y="1170567"/>
                  </a:lnTo>
                  <a:close/>
                </a:path>
                <a:path w="2470784" h="4259580">
                  <a:moveTo>
                    <a:pt x="2409874" y="1157867"/>
                  </a:moveTo>
                  <a:lnTo>
                    <a:pt x="2396975" y="1157867"/>
                  </a:lnTo>
                  <a:lnTo>
                    <a:pt x="2405148" y="1145167"/>
                  </a:lnTo>
                  <a:lnTo>
                    <a:pt x="2409874" y="1157867"/>
                  </a:lnTo>
                  <a:close/>
                </a:path>
                <a:path w="2470784" h="4259580">
                  <a:moveTo>
                    <a:pt x="2421492" y="1157867"/>
                  </a:moveTo>
                  <a:lnTo>
                    <a:pt x="2413025" y="1157867"/>
                  </a:lnTo>
                  <a:lnTo>
                    <a:pt x="2410956" y="1145167"/>
                  </a:lnTo>
                  <a:lnTo>
                    <a:pt x="2415584" y="1145167"/>
                  </a:lnTo>
                  <a:lnTo>
                    <a:pt x="2421492" y="1157867"/>
                  </a:lnTo>
                  <a:close/>
                </a:path>
                <a:path w="2470784" h="4259580">
                  <a:moveTo>
                    <a:pt x="2075697" y="1170567"/>
                  </a:moveTo>
                  <a:lnTo>
                    <a:pt x="2073038" y="1170567"/>
                  </a:lnTo>
                  <a:lnTo>
                    <a:pt x="2081112" y="1157867"/>
                  </a:lnTo>
                  <a:lnTo>
                    <a:pt x="2086036" y="1157867"/>
                  </a:lnTo>
                  <a:lnTo>
                    <a:pt x="2075697" y="1170567"/>
                  </a:lnTo>
                  <a:close/>
                </a:path>
                <a:path w="2470784" h="4259580">
                  <a:moveTo>
                    <a:pt x="2090761" y="1170567"/>
                  </a:moveTo>
                  <a:lnTo>
                    <a:pt x="2088300" y="1170567"/>
                  </a:lnTo>
                  <a:lnTo>
                    <a:pt x="2093518" y="1157867"/>
                  </a:lnTo>
                  <a:lnTo>
                    <a:pt x="2090761" y="1170567"/>
                  </a:lnTo>
                  <a:close/>
                </a:path>
                <a:path w="2470784" h="4259580">
                  <a:moveTo>
                    <a:pt x="2106515" y="1170567"/>
                  </a:moveTo>
                  <a:lnTo>
                    <a:pt x="2104053" y="1157867"/>
                  </a:lnTo>
                  <a:lnTo>
                    <a:pt x="2113013" y="1157867"/>
                  </a:lnTo>
                  <a:lnTo>
                    <a:pt x="2106515" y="1170567"/>
                  </a:lnTo>
                  <a:close/>
                </a:path>
                <a:path w="2470784" h="4259580">
                  <a:moveTo>
                    <a:pt x="2166381" y="1170567"/>
                  </a:moveTo>
                  <a:lnTo>
                    <a:pt x="2155648" y="1170567"/>
                  </a:lnTo>
                  <a:lnTo>
                    <a:pt x="2157716" y="1157867"/>
                  </a:lnTo>
                  <a:lnTo>
                    <a:pt x="2166381" y="1170567"/>
                  </a:lnTo>
                  <a:close/>
                </a:path>
                <a:path w="2470784" h="4259580">
                  <a:moveTo>
                    <a:pt x="2348434" y="1183267"/>
                  </a:moveTo>
                  <a:lnTo>
                    <a:pt x="2336520" y="1157867"/>
                  </a:lnTo>
                  <a:lnTo>
                    <a:pt x="2345677" y="1170567"/>
                  </a:lnTo>
                  <a:lnTo>
                    <a:pt x="2353259" y="1170567"/>
                  </a:lnTo>
                  <a:lnTo>
                    <a:pt x="2348434" y="1183267"/>
                  </a:lnTo>
                  <a:close/>
                </a:path>
                <a:path w="2470784" h="4259580">
                  <a:moveTo>
                    <a:pt x="2016420" y="1183267"/>
                  </a:moveTo>
                  <a:lnTo>
                    <a:pt x="2024789" y="1170567"/>
                  </a:lnTo>
                  <a:lnTo>
                    <a:pt x="2027448" y="1170567"/>
                  </a:lnTo>
                  <a:lnTo>
                    <a:pt x="2016420" y="1183267"/>
                  </a:lnTo>
                  <a:close/>
                </a:path>
                <a:path w="2470784" h="4259580">
                  <a:moveTo>
                    <a:pt x="2204584" y="1183267"/>
                  </a:moveTo>
                  <a:lnTo>
                    <a:pt x="2193457" y="1170567"/>
                  </a:lnTo>
                  <a:lnTo>
                    <a:pt x="2204977" y="1170567"/>
                  </a:lnTo>
                  <a:lnTo>
                    <a:pt x="2204584" y="1183267"/>
                  </a:lnTo>
                  <a:close/>
                </a:path>
                <a:path w="2470784" h="4259580">
                  <a:moveTo>
                    <a:pt x="2236091" y="1183267"/>
                  </a:moveTo>
                  <a:lnTo>
                    <a:pt x="2230479" y="1183267"/>
                  </a:lnTo>
                  <a:lnTo>
                    <a:pt x="2235008" y="1170567"/>
                  </a:lnTo>
                  <a:lnTo>
                    <a:pt x="2236091" y="1183267"/>
                  </a:lnTo>
                  <a:close/>
                </a:path>
                <a:path w="2470784" h="4259580">
                  <a:moveTo>
                    <a:pt x="2278918" y="1183267"/>
                  </a:moveTo>
                  <a:lnTo>
                    <a:pt x="2282364" y="1170567"/>
                  </a:lnTo>
                  <a:lnTo>
                    <a:pt x="2284629" y="1170567"/>
                  </a:lnTo>
                  <a:lnTo>
                    <a:pt x="2278918" y="1183267"/>
                  </a:lnTo>
                  <a:close/>
                </a:path>
                <a:path w="2470784" h="4259580">
                  <a:moveTo>
                    <a:pt x="2426122" y="1183267"/>
                  </a:moveTo>
                  <a:lnTo>
                    <a:pt x="2414110" y="1183267"/>
                  </a:lnTo>
                  <a:lnTo>
                    <a:pt x="2424842" y="1170567"/>
                  </a:lnTo>
                  <a:lnTo>
                    <a:pt x="2426122" y="1183267"/>
                  </a:lnTo>
                  <a:close/>
                </a:path>
                <a:path w="2470784" h="4259580">
                  <a:moveTo>
                    <a:pt x="1602466" y="1424567"/>
                  </a:moveTo>
                  <a:lnTo>
                    <a:pt x="77096" y="1424567"/>
                  </a:lnTo>
                  <a:lnTo>
                    <a:pt x="36997" y="1399167"/>
                  </a:lnTo>
                  <a:lnTo>
                    <a:pt x="9929" y="1348355"/>
                  </a:lnTo>
                  <a:lnTo>
                    <a:pt x="0" y="1310267"/>
                  </a:lnTo>
                  <a:lnTo>
                    <a:pt x="9932" y="1259467"/>
                  </a:lnTo>
                  <a:lnTo>
                    <a:pt x="36997" y="1208667"/>
                  </a:lnTo>
                  <a:lnTo>
                    <a:pt x="77096" y="1183267"/>
                  </a:lnTo>
                  <a:lnTo>
                    <a:pt x="187966" y="1183267"/>
                  </a:lnTo>
                  <a:lnTo>
                    <a:pt x="227953" y="1208667"/>
                  </a:lnTo>
                  <a:lnTo>
                    <a:pt x="86690" y="1208667"/>
                  </a:lnTo>
                  <a:lnTo>
                    <a:pt x="54449" y="1234067"/>
                  </a:lnTo>
                  <a:lnTo>
                    <a:pt x="32695" y="1259467"/>
                  </a:lnTo>
                  <a:lnTo>
                    <a:pt x="24713" y="1310267"/>
                  </a:lnTo>
                  <a:lnTo>
                    <a:pt x="32693" y="1348355"/>
                  </a:lnTo>
                  <a:lnTo>
                    <a:pt x="54417" y="1373730"/>
                  </a:lnTo>
                  <a:lnTo>
                    <a:pt x="86690" y="1399167"/>
                  </a:lnTo>
                  <a:lnTo>
                    <a:pt x="1642531" y="1399167"/>
                  </a:lnTo>
                  <a:lnTo>
                    <a:pt x="1602466" y="1424567"/>
                  </a:lnTo>
                  <a:close/>
                </a:path>
                <a:path w="2470784" h="4259580">
                  <a:moveTo>
                    <a:pt x="1424362" y="1399167"/>
                  </a:moveTo>
                  <a:lnTo>
                    <a:pt x="1399451" y="1399167"/>
                  </a:lnTo>
                  <a:lnTo>
                    <a:pt x="1414319" y="1297567"/>
                  </a:lnTo>
                  <a:lnTo>
                    <a:pt x="1424542" y="1259467"/>
                  </a:lnTo>
                  <a:lnTo>
                    <a:pt x="1451648" y="1208667"/>
                  </a:lnTo>
                  <a:lnTo>
                    <a:pt x="1491623" y="1183267"/>
                  </a:lnTo>
                  <a:lnTo>
                    <a:pt x="1602466" y="1183267"/>
                  </a:lnTo>
                  <a:lnTo>
                    <a:pt x="1642531" y="1208667"/>
                  </a:lnTo>
                  <a:lnTo>
                    <a:pt x="1501009" y="1208667"/>
                  </a:lnTo>
                  <a:lnTo>
                    <a:pt x="1468768" y="1234067"/>
                  </a:lnTo>
                  <a:lnTo>
                    <a:pt x="1447014" y="1259467"/>
                  </a:lnTo>
                  <a:lnTo>
                    <a:pt x="1424362" y="1399167"/>
                  </a:lnTo>
                  <a:close/>
                </a:path>
                <a:path w="2470784" h="4259580">
                  <a:moveTo>
                    <a:pt x="2074613" y="1195967"/>
                  </a:moveTo>
                  <a:lnTo>
                    <a:pt x="2062995" y="1195967"/>
                  </a:lnTo>
                  <a:lnTo>
                    <a:pt x="2071955" y="1183267"/>
                  </a:lnTo>
                  <a:lnTo>
                    <a:pt x="2074613" y="1195967"/>
                  </a:lnTo>
                  <a:close/>
                </a:path>
                <a:path w="2470784" h="4259580">
                  <a:moveTo>
                    <a:pt x="2083082" y="1208667"/>
                  </a:moveTo>
                  <a:lnTo>
                    <a:pt x="2075795" y="1195967"/>
                  </a:lnTo>
                  <a:lnTo>
                    <a:pt x="2083279" y="1183267"/>
                  </a:lnTo>
                  <a:lnTo>
                    <a:pt x="2089974" y="1195967"/>
                  </a:lnTo>
                  <a:lnTo>
                    <a:pt x="2083082" y="1208667"/>
                  </a:lnTo>
                  <a:close/>
                </a:path>
                <a:path w="2470784" h="4259580">
                  <a:moveTo>
                    <a:pt x="2126502" y="1195967"/>
                  </a:moveTo>
                  <a:lnTo>
                    <a:pt x="2119610" y="1195967"/>
                  </a:lnTo>
                  <a:lnTo>
                    <a:pt x="2112422" y="1183267"/>
                  </a:lnTo>
                  <a:lnTo>
                    <a:pt x="2120496" y="1183267"/>
                  </a:lnTo>
                  <a:lnTo>
                    <a:pt x="2126502" y="1195967"/>
                  </a:lnTo>
                  <a:close/>
                </a:path>
                <a:path w="2470784" h="4259580">
                  <a:moveTo>
                    <a:pt x="2007263" y="1208667"/>
                  </a:moveTo>
                  <a:lnTo>
                    <a:pt x="2003029" y="1195967"/>
                  </a:lnTo>
                  <a:lnTo>
                    <a:pt x="2005097" y="1195967"/>
                  </a:lnTo>
                  <a:lnTo>
                    <a:pt x="2007263" y="1208667"/>
                  </a:lnTo>
                  <a:close/>
                </a:path>
                <a:path w="2470784" h="4259580">
                  <a:moveTo>
                    <a:pt x="2073235" y="1208667"/>
                  </a:moveTo>
                  <a:lnTo>
                    <a:pt x="2062600" y="1208667"/>
                  </a:lnTo>
                  <a:lnTo>
                    <a:pt x="2067425" y="1195967"/>
                  </a:lnTo>
                  <a:lnTo>
                    <a:pt x="2073235" y="1208667"/>
                  </a:lnTo>
                  <a:close/>
                </a:path>
                <a:path w="2470784" h="4259580">
                  <a:moveTo>
                    <a:pt x="2165297" y="1208667"/>
                  </a:moveTo>
                  <a:lnTo>
                    <a:pt x="2149543" y="1208667"/>
                  </a:lnTo>
                  <a:lnTo>
                    <a:pt x="2158307" y="1195967"/>
                  </a:lnTo>
                  <a:lnTo>
                    <a:pt x="2165297" y="1208667"/>
                  </a:lnTo>
                  <a:close/>
                </a:path>
                <a:path w="2470784" h="4259580">
                  <a:moveTo>
                    <a:pt x="2173469" y="1208667"/>
                  </a:moveTo>
                  <a:lnTo>
                    <a:pt x="2171106" y="1208667"/>
                  </a:lnTo>
                  <a:lnTo>
                    <a:pt x="2168447" y="1195967"/>
                  </a:lnTo>
                  <a:lnTo>
                    <a:pt x="2173469" y="1208667"/>
                  </a:lnTo>
                  <a:close/>
                </a:path>
                <a:path w="2470784" h="4259580">
                  <a:moveTo>
                    <a:pt x="2186762" y="1208667"/>
                  </a:moveTo>
                  <a:lnTo>
                    <a:pt x="2182823" y="1195967"/>
                  </a:lnTo>
                  <a:lnTo>
                    <a:pt x="2193556" y="1195967"/>
                  </a:lnTo>
                  <a:lnTo>
                    <a:pt x="2186762" y="1208667"/>
                  </a:lnTo>
                  <a:close/>
                </a:path>
                <a:path w="2470784" h="4259580">
                  <a:moveTo>
                    <a:pt x="2426910" y="1208667"/>
                  </a:moveTo>
                  <a:lnTo>
                    <a:pt x="2419329" y="1208667"/>
                  </a:lnTo>
                  <a:lnTo>
                    <a:pt x="2417655" y="1195967"/>
                  </a:lnTo>
                  <a:lnTo>
                    <a:pt x="2426910" y="1208667"/>
                  </a:lnTo>
                  <a:close/>
                </a:path>
                <a:path w="2470784" h="4259580">
                  <a:moveTo>
                    <a:pt x="280126" y="1399167"/>
                  </a:moveTo>
                  <a:lnTo>
                    <a:pt x="255215" y="1399167"/>
                  </a:lnTo>
                  <a:lnTo>
                    <a:pt x="232562" y="1259467"/>
                  </a:lnTo>
                  <a:lnTo>
                    <a:pt x="210808" y="1234067"/>
                  </a:lnTo>
                  <a:lnTo>
                    <a:pt x="178568" y="1208667"/>
                  </a:lnTo>
                  <a:lnTo>
                    <a:pt x="227953" y="1208667"/>
                  </a:lnTo>
                  <a:lnTo>
                    <a:pt x="255035" y="1259467"/>
                  </a:lnTo>
                  <a:lnTo>
                    <a:pt x="265160" y="1297567"/>
                  </a:lnTo>
                  <a:lnTo>
                    <a:pt x="280126" y="1399167"/>
                  </a:lnTo>
                  <a:close/>
                </a:path>
                <a:path w="2470784" h="4259580">
                  <a:moveTo>
                    <a:pt x="1642531" y="1399167"/>
                  </a:moveTo>
                  <a:lnTo>
                    <a:pt x="1592887" y="1399167"/>
                  </a:lnTo>
                  <a:lnTo>
                    <a:pt x="1625159" y="1373730"/>
                  </a:lnTo>
                  <a:lnTo>
                    <a:pt x="1646884" y="1348355"/>
                  </a:lnTo>
                  <a:lnTo>
                    <a:pt x="1654863" y="1310267"/>
                  </a:lnTo>
                  <a:lnTo>
                    <a:pt x="1646881" y="1259467"/>
                  </a:lnTo>
                  <a:lnTo>
                    <a:pt x="1625127" y="1234067"/>
                  </a:lnTo>
                  <a:lnTo>
                    <a:pt x="1592887" y="1208667"/>
                  </a:lnTo>
                  <a:lnTo>
                    <a:pt x="1642531" y="1208667"/>
                  </a:lnTo>
                  <a:lnTo>
                    <a:pt x="1669562" y="1259467"/>
                  </a:lnTo>
                  <a:lnTo>
                    <a:pt x="1679479" y="1310267"/>
                  </a:lnTo>
                  <a:lnTo>
                    <a:pt x="1669565" y="1348355"/>
                  </a:lnTo>
                  <a:lnTo>
                    <a:pt x="1642531" y="1399167"/>
                  </a:lnTo>
                  <a:close/>
                </a:path>
                <a:path w="2470784" h="4259580">
                  <a:moveTo>
                    <a:pt x="2040940" y="1221367"/>
                  </a:moveTo>
                  <a:lnTo>
                    <a:pt x="2032275" y="1221367"/>
                  </a:lnTo>
                  <a:lnTo>
                    <a:pt x="2040250" y="1208667"/>
                  </a:lnTo>
                  <a:lnTo>
                    <a:pt x="2040940" y="1221367"/>
                  </a:lnTo>
                  <a:close/>
                </a:path>
                <a:path w="2470784" h="4259580">
                  <a:moveTo>
                    <a:pt x="2164213" y="1234067"/>
                  </a:moveTo>
                  <a:lnTo>
                    <a:pt x="2158405" y="1221367"/>
                  </a:lnTo>
                  <a:lnTo>
                    <a:pt x="2155057" y="1221367"/>
                  </a:lnTo>
                  <a:lnTo>
                    <a:pt x="2159094" y="1208667"/>
                  </a:lnTo>
                  <a:lnTo>
                    <a:pt x="2164213" y="1234067"/>
                  </a:lnTo>
                  <a:close/>
                </a:path>
                <a:path w="2470784" h="4259580">
                  <a:moveTo>
                    <a:pt x="2243378" y="1221367"/>
                  </a:moveTo>
                  <a:lnTo>
                    <a:pt x="2219649" y="1221367"/>
                  </a:lnTo>
                  <a:lnTo>
                    <a:pt x="2236781" y="1208667"/>
                  </a:lnTo>
                  <a:lnTo>
                    <a:pt x="2243378" y="1221367"/>
                  </a:lnTo>
                  <a:close/>
                </a:path>
                <a:path w="2470784" h="4259580">
                  <a:moveTo>
                    <a:pt x="2278921" y="1221367"/>
                  </a:moveTo>
                  <a:lnTo>
                    <a:pt x="2276262" y="1221367"/>
                  </a:lnTo>
                  <a:lnTo>
                    <a:pt x="2284336" y="1208667"/>
                  </a:lnTo>
                  <a:lnTo>
                    <a:pt x="2289259" y="1208667"/>
                  </a:lnTo>
                  <a:lnTo>
                    <a:pt x="2278921" y="1221367"/>
                  </a:lnTo>
                  <a:close/>
                </a:path>
                <a:path w="2470784" h="4259580">
                  <a:moveTo>
                    <a:pt x="2363991" y="1221367"/>
                  </a:moveTo>
                  <a:lnTo>
                    <a:pt x="2357689" y="1221367"/>
                  </a:lnTo>
                  <a:lnTo>
                    <a:pt x="2361037" y="1208667"/>
                  </a:lnTo>
                  <a:lnTo>
                    <a:pt x="2369603" y="1208667"/>
                  </a:lnTo>
                  <a:lnTo>
                    <a:pt x="2363991" y="1221367"/>
                  </a:lnTo>
                  <a:close/>
                </a:path>
                <a:path w="2470784" h="4259580">
                  <a:moveTo>
                    <a:pt x="1994760" y="1234067"/>
                  </a:moveTo>
                  <a:lnTo>
                    <a:pt x="1992791" y="1234067"/>
                  </a:lnTo>
                  <a:lnTo>
                    <a:pt x="1996532" y="1221367"/>
                  </a:lnTo>
                  <a:lnTo>
                    <a:pt x="1994760" y="1234067"/>
                  </a:lnTo>
                  <a:close/>
                </a:path>
                <a:path w="2470784" h="4259580">
                  <a:moveTo>
                    <a:pt x="2025478" y="1234067"/>
                  </a:moveTo>
                  <a:lnTo>
                    <a:pt x="2023411" y="1234067"/>
                  </a:lnTo>
                  <a:lnTo>
                    <a:pt x="2024691" y="1221367"/>
                  </a:lnTo>
                  <a:lnTo>
                    <a:pt x="2025478" y="1234067"/>
                  </a:lnTo>
                  <a:close/>
                </a:path>
                <a:path w="2470784" h="4259580">
                  <a:moveTo>
                    <a:pt x="2125911" y="1234067"/>
                  </a:moveTo>
                  <a:lnTo>
                    <a:pt x="2116065" y="1234067"/>
                  </a:lnTo>
                  <a:lnTo>
                    <a:pt x="2120791" y="1221367"/>
                  </a:lnTo>
                  <a:lnTo>
                    <a:pt x="2125911" y="1234067"/>
                  </a:lnTo>
                  <a:close/>
                </a:path>
                <a:path w="2470784" h="4259580">
                  <a:moveTo>
                    <a:pt x="2279411" y="1234067"/>
                  </a:moveTo>
                  <a:lnTo>
                    <a:pt x="2266217" y="1234067"/>
                  </a:lnTo>
                  <a:lnTo>
                    <a:pt x="2275177" y="1221367"/>
                  </a:lnTo>
                  <a:lnTo>
                    <a:pt x="2279411" y="1234067"/>
                  </a:lnTo>
                  <a:close/>
                </a:path>
                <a:path w="2470784" h="4259580">
                  <a:moveTo>
                    <a:pt x="2367832" y="1234067"/>
                  </a:moveTo>
                  <a:lnTo>
                    <a:pt x="2366651" y="1221367"/>
                  </a:lnTo>
                  <a:lnTo>
                    <a:pt x="2380337" y="1221367"/>
                  </a:lnTo>
                  <a:lnTo>
                    <a:pt x="2367832" y="1234067"/>
                  </a:lnTo>
                  <a:close/>
                </a:path>
                <a:path w="2470784" h="4259580">
                  <a:moveTo>
                    <a:pt x="1949859" y="1246767"/>
                  </a:moveTo>
                  <a:lnTo>
                    <a:pt x="1950746" y="1234067"/>
                  </a:lnTo>
                  <a:lnTo>
                    <a:pt x="1954487" y="1234067"/>
                  </a:lnTo>
                  <a:lnTo>
                    <a:pt x="1949859" y="1246767"/>
                  </a:lnTo>
                  <a:close/>
                </a:path>
                <a:path w="2470784" h="4259580">
                  <a:moveTo>
                    <a:pt x="2089186" y="1246767"/>
                  </a:moveTo>
                  <a:lnTo>
                    <a:pt x="2079635" y="1234067"/>
                  </a:lnTo>
                  <a:lnTo>
                    <a:pt x="2083180" y="1234067"/>
                  </a:lnTo>
                  <a:lnTo>
                    <a:pt x="2089186" y="1246767"/>
                  </a:lnTo>
                  <a:close/>
                </a:path>
                <a:path w="2470784" h="4259580">
                  <a:moveTo>
                    <a:pt x="2293197" y="1246767"/>
                  </a:moveTo>
                  <a:lnTo>
                    <a:pt x="2286304" y="1246767"/>
                  </a:lnTo>
                  <a:lnTo>
                    <a:pt x="2281873" y="1234067"/>
                  </a:lnTo>
                  <a:lnTo>
                    <a:pt x="2290834" y="1234067"/>
                  </a:lnTo>
                  <a:lnTo>
                    <a:pt x="2293197" y="1246767"/>
                  </a:lnTo>
                  <a:close/>
                </a:path>
                <a:path w="2470784" h="4259580">
                  <a:moveTo>
                    <a:pt x="2396879" y="1246767"/>
                  </a:moveTo>
                  <a:lnTo>
                    <a:pt x="2386048" y="1246767"/>
                  </a:lnTo>
                  <a:lnTo>
                    <a:pt x="2387229" y="1234067"/>
                  </a:lnTo>
                  <a:lnTo>
                    <a:pt x="2396879" y="1246767"/>
                  </a:lnTo>
                  <a:close/>
                </a:path>
                <a:path w="2470784" h="4259580">
                  <a:moveTo>
                    <a:pt x="2005687" y="1259467"/>
                  </a:moveTo>
                  <a:lnTo>
                    <a:pt x="2006377" y="1246767"/>
                  </a:lnTo>
                  <a:lnTo>
                    <a:pt x="2010906" y="1246767"/>
                  </a:lnTo>
                  <a:lnTo>
                    <a:pt x="2005687" y="1259467"/>
                  </a:lnTo>
                  <a:close/>
                </a:path>
                <a:path w="2470784" h="4259580">
                  <a:moveTo>
                    <a:pt x="2237568" y="1259467"/>
                  </a:moveTo>
                  <a:lnTo>
                    <a:pt x="2243870" y="1246767"/>
                  </a:lnTo>
                  <a:lnTo>
                    <a:pt x="2248300" y="1246767"/>
                  </a:lnTo>
                  <a:lnTo>
                    <a:pt x="2237568" y="1259467"/>
                  </a:lnTo>
                  <a:close/>
                </a:path>
                <a:path w="2470784" h="4259580">
                  <a:moveTo>
                    <a:pt x="2267103" y="1259467"/>
                  </a:moveTo>
                  <a:lnTo>
                    <a:pt x="2265626" y="1246767"/>
                  </a:lnTo>
                  <a:lnTo>
                    <a:pt x="2278328" y="1246767"/>
                  </a:lnTo>
                  <a:lnTo>
                    <a:pt x="2267103" y="1259467"/>
                  </a:lnTo>
                  <a:close/>
                </a:path>
                <a:path w="2470784" h="4259580">
                  <a:moveTo>
                    <a:pt x="2357689" y="1259467"/>
                  </a:moveTo>
                  <a:lnTo>
                    <a:pt x="2352766" y="1246767"/>
                  </a:lnTo>
                  <a:lnTo>
                    <a:pt x="2368520" y="1246767"/>
                  </a:lnTo>
                  <a:lnTo>
                    <a:pt x="2357689" y="1259467"/>
                  </a:lnTo>
                  <a:close/>
                </a:path>
                <a:path w="2470784" h="4259580">
                  <a:moveTo>
                    <a:pt x="2093616" y="1272167"/>
                  </a:moveTo>
                  <a:lnTo>
                    <a:pt x="2080422" y="1272167"/>
                  </a:lnTo>
                  <a:lnTo>
                    <a:pt x="2090072" y="1259467"/>
                  </a:lnTo>
                  <a:lnTo>
                    <a:pt x="2093616" y="1272167"/>
                  </a:lnTo>
                  <a:close/>
                </a:path>
                <a:path w="2470784" h="4259580">
                  <a:moveTo>
                    <a:pt x="2154072" y="1272167"/>
                  </a:moveTo>
                  <a:lnTo>
                    <a:pt x="2145309" y="1272167"/>
                  </a:lnTo>
                  <a:lnTo>
                    <a:pt x="2140287" y="1259467"/>
                  </a:lnTo>
                  <a:lnTo>
                    <a:pt x="2151118" y="1259467"/>
                  </a:lnTo>
                  <a:lnTo>
                    <a:pt x="2154072" y="1272167"/>
                  </a:lnTo>
                  <a:close/>
                </a:path>
                <a:path w="2470784" h="4259580">
                  <a:moveTo>
                    <a:pt x="2183020" y="1272167"/>
                  </a:moveTo>
                  <a:lnTo>
                    <a:pt x="2174651" y="1259467"/>
                  </a:lnTo>
                  <a:lnTo>
                    <a:pt x="2184596" y="1259467"/>
                  </a:lnTo>
                  <a:lnTo>
                    <a:pt x="2183020" y="1272167"/>
                  </a:lnTo>
                  <a:close/>
                </a:path>
                <a:path w="2470784" h="4259580">
                  <a:moveTo>
                    <a:pt x="2265429" y="1272167"/>
                  </a:moveTo>
                  <a:lnTo>
                    <a:pt x="2259915" y="1272167"/>
                  </a:lnTo>
                  <a:lnTo>
                    <a:pt x="2262771" y="1259467"/>
                  </a:lnTo>
                  <a:lnTo>
                    <a:pt x="2265429" y="1272167"/>
                  </a:lnTo>
                  <a:close/>
                </a:path>
                <a:path w="2470784" h="4259580">
                  <a:moveTo>
                    <a:pt x="2372755" y="1272167"/>
                  </a:moveTo>
                  <a:lnTo>
                    <a:pt x="2358380" y="1272167"/>
                  </a:lnTo>
                  <a:lnTo>
                    <a:pt x="2362318" y="1259467"/>
                  </a:lnTo>
                  <a:lnTo>
                    <a:pt x="2372755" y="1272167"/>
                  </a:lnTo>
                  <a:close/>
                </a:path>
                <a:path w="2470784" h="4259580">
                  <a:moveTo>
                    <a:pt x="2012186" y="1284867"/>
                  </a:moveTo>
                  <a:lnTo>
                    <a:pt x="2008445" y="1272167"/>
                  </a:lnTo>
                  <a:lnTo>
                    <a:pt x="2014254" y="1272167"/>
                  </a:lnTo>
                  <a:lnTo>
                    <a:pt x="2012186" y="1284867"/>
                  </a:lnTo>
                  <a:close/>
                </a:path>
                <a:path w="2470784" h="4259580">
                  <a:moveTo>
                    <a:pt x="2062404" y="1284867"/>
                  </a:moveTo>
                  <a:lnTo>
                    <a:pt x="2054920" y="1284867"/>
                  </a:lnTo>
                  <a:lnTo>
                    <a:pt x="2055610" y="1272167"/>
                  </a:lnTo>
                  <a:lnTo>
                    <a:pt x="2066736" y="1272167"/>
                  </a:lnTo>
                  <a:lnTo>
                    <a:pt x="2062404" y="1284867"/>
                  </a:lnTo>
                  <a:close/>
                </a:path>
                <a:path w="2470784" h="4259580">
                  <a:moveTo>
                    <a:pt x="2093912" y="1297567"/>
                  </a:moveTo>
                  <a:lnTo>
                    <a:pt x="2099524" y="1284867"/>
                  </a:lnTo>
                  <a:lnTo>
                    <a:pt x="2104645" y="1272167"/>
                  </a:lnTo>
                  <a:lnTo>
                    <a:pt x="2112620" y="1272167"/>
                  </a:lnTo>
                  <a:lnTo>
                    <a:pt x="2107402" y="1284867"/>
                  </a:lnTo>
                  <a:lnTo>
                    <a:pt x="2109962" y="1284867"/>
                  </a:lnTo>
                  <a:lnTo>
                    <a:pt x="2093912" y="1297567"/>
                  </a:lnTo>
                  <a:close/>
                </a:path>
                <a:path w="2470784" h="4259580">
                  <a:moveTo>
                    <a:pt x="2146295" y="1284867"/>
                  </a:moveTo>
                  <a:lnTo>
                    <a:pt x="2134873" y="1284867"/>
                  </a:lnTo>
                  <a:lnTo>
                    <a:pt x="2138910" y="1272167"/>
                  </a:lnTo>
                  <a:lnTo>
                    <a:pt x="2146295" y="1284867"/>
                  </a:lnTo>
                  <a:close/>
                </a:path>
                <a:path w="2470784" h="4259580">
                  <a:moveTo>
                    <a:pt x="2299006" y="1284867"/>
                  </a:moveTo>
                  <a:lnTo>
                    <a:pt x="2288568" y="1284867"/>
                  </a:lnTo>
                  <a:lnTo>
                    <a:pt x="2286402" y="1272167"/>
                  </a:lnTo>
                  <a:lnTo>
                    <a:pt x="2299006" y="1284867"/>
                  </a:lnTo>
                  <a:close/>
                </a:path>
                <a:path w="2470784" h="4259580">
                  <a:moveTo>
                    <a:pt x="2153186" y="1297567"/>
                  </a:moveTo>
                  <a:lnTo>
                    <a:pt x="2155647" y="1284867"/>
                  </a:lnTo>
                  <a:lnTo>
                    <a:pt x="2157715" y="1284867"/>
                  </a:lnTo>
                  <a:lnTo>
                    <a:pt x="2153186" y="1297567"/>
                  </a:lnTo>
                  <a:close/>
                </a:path>
                <a:path w="2470784" h="4259580">
                  <a:moveTo>
                    <a:pt x="2198873" y="1297567"/>
                  </a:moveTo>
                  <a:lnTo>
                    <a:pt x="2190995" y="1284867"/>
                  </a:lnTo>
                  <a:lnTo>
                    <a:pt x="2199266" y="1284867"/>
                  </a:lnTo>
                  <a:lnTo>
                    <a:pt x="2198873" y="1297567"/>
                  </a:lnTo>
                  <a:close/>
                </a:path>
                <a:path w="2470784" h="4259580">
                  <a:moveTo>
                    <a:pt x="2444927" y="1310267"/>
                  </a:moveTo>
                  <a:lnTo>
                    <a:pt x="2442761" y="1310267"/>
                  </a:lnTo>
                  <a:lnTo>
                    <a:pt x="2445419" y="1284867"/>
                  </a:lnTo>
                  <a:lnTo>
                    <a:pt x="2451524" y="1297567"/>
                  </a:lnTo>
                  <a:lnTo>
                    <a:pt x="2444927" y="1310267"/>
                  </a:lnTo>
                  <a:close/>
                </a:path>
                <a:path w="2470784" h="4259580">
                  <a:moveTo>
                    <a:pt x="2134282" y="1310267"/>
                  </a:moveTo>
                  <a:lnTo>
                    <a:pt x="2122072" y="1297567"/>
                  </a:lnTo>
                  <a:lnTo>
                    <a:pt x="2135069" y="1297567"/>
                  </a:lnTo>
                  <a:lnTo>
                    <a:pt x="2134282" y="1310267"/>
                  </a:lnTo>
                  <a:close/>
                </a:path>
                <a:path w="2470784" h="4259580">
                  <a:moveTo>
                    <a:pt x="2045073" y="1322967"/>
                  </a:moveTo>
                  <a:lnTo>
                    <a:pt x="2040051" y="1322967"/>
                  </a:lnTo>
                  <a:lnTo>
                    <a:pt x="2042907" y="1310267"/>
                  </a:lnTo>
                  <a:lnTo>
                    <a:pt x="2045073" y="1322967"/>
                  </a:lnTo>
                  <a:close/>
                </a:path>
                <a:path w="2470784" h="4259580">
                  <a:moveTo>
                    <a:pt x="2215415" y="1322967"/>
                  </a:moveTo>
                  <a:lnTo>
                    <a:pt x="2211574" y="1310267"/>
                  </a:lnTo>
                  <a:lnTo>
                    <a:pt x="2221716" y="1310267"/>
                  </a:lnTo>
                  <a:lnTo>
                    <a:pt x="2215415" y="1322967"/>
                  </a:lnTo>
                  <a:close/>
                </a:path>
                <a:path w="2470784" h="4259580">
                  <a:moveTo>
                    <a:pt x="2249876" y="1322967"/>
                  </a:moveTo>
                  <a:lnTo>
                    <a:pt x="2244855" y="1322967"/>
                  </a:lnTo>
                  <a:lnTo>
                    <a:pt x="2248596" y="1310267"/>
                  </a:lnTo>
                  <a:lnTo>
                    <a:pt x="2249876" y="1322967"/>
                  </a:lnTo>
                  <a:close/>
                </a:path>
                <a:path w="2470784" h="4259580">
                  <a:moveTo>
                    <a:pt x="2211181" y="1335667"/>
                  </a:moveTo>
                  <a:lnTo>
                    <a:pt x="2195722" y="1335667"/>
                  </a:lnTo>
                  <a:lnTo>
                    <a:pt x="2210196" y="1322967"/>
                  </a:lnTo>
                  <a:lnTo>
                    <a:pt x="2211181" y="1335667"/>
                  </a:lnTo>
                  <a:close/>
                </a:path>
                <a:path w="2470784" h="4259580">
                  <a:moveTo>
                    <a:pt x="2260507" y="1335667"/>
                  </a:moveTo>
                  <a:lnTo>
                    <a:pt x="2257356" y="1322967"/>
                  </a:lnTo>
                  <a:lnTo>
                    <a:pt x="2270057" y="1322967"/>
                  </a:lnTo>
                  <a:lnTo>
                    <a:pt x="2260507" y="1335667"/>
                  </a:lnTo>
                  <a:close/>
                </a:path>
                <a:path w="2470784" h="4259580">
                  <a:moveTo>
                    <a:pt x="2311214" y="1335667"/>
                  </a:moveTo>
                  <a:lnTo>
                    <a:pt x="2297134" y="1335667"/>
                  </a:lnTo>
                  <a:lnTo>
                    <a:pt x="2304715" y="1322967"/>
                  </a:lnTo>
                  <a:lnTo>
                    <a:pt x="2307866" y="1322967"/>
                  </a:lnTo>
                  <a:lnTo>
                    <a:pt x="2311214" y="1335667"/>
                  </a:lnTo>
                  <a:close/>
                </a:path>
                <a:path w="2470784" h="4259580">
                  <a:moveTo>
                    <a:pt x="2344690" y="1335667"/>
                  </a:moveTo>
                  <a:lnTo>
                    <a:pt x="2338093" y="1322967"/>
                  </a:lnTo>
                  <a:lnTo>
                    <a:pt x="2349515" y="1322967"/>
                  </a:lnTo>
                  <a:lnTo>
                    <a:pt x="2344690" y="1335667"/>
                  </a:lnTo>
                  <a:close/>
                </a:path>
                <a:path w="2470784" h="4259580">
                  <a:moveTo>
                    <a:pt x="2402195" y="1335667"/>
                  </a:moveTo>
                  <a:lnTo>
                    <a:pt x="2394318" y="1335667"/>
                  </a:lnTo>
                  <a:lnTo>
                    <a:pt x="2402491" y="1322967"/>
                  </a:lnTo>
                  <a:lnTo>
                    <a:pt x="2402195" y="1335667"/>
                  </a:lnTo>
                  <a:close/>
                </a:path>
                <a:path w="2470784" h="4259580">
                  <a:moveTo>
                    <a:pt x="2070673" y="1348355"/>
                  </a:moveTo>
                  <a:lnTo>
                    <a:pt x="2061317" y="1348355"/>
                  </a:lnTo>
                  <a:lnTo>
                    <a:pt x="2057678" y="1335667"/>
                  </a:lnTo>
                  <a:lnTo>
                    <a:pt x="2068705" y="1335667"/>
                  </a:lnTo>
                  <a:lnTo>
                    <a:pt x="2070673" y="1348355"/>
                  </a:lnTo>
                  <a:close/>
                </a:path>
                <a:path w="2470784" h="4259580">
                  <a:moveTo>
                    <a:pt x="2110648" y="1348355"/>
                  </a:moveTo>
                  <a:lnTo>
                    <a:pt x="2102385" y="1348355"/>
                  </a:lnTo>
                  <a:lnTo>
                    <a:pt x="2108484" y="1335667"/>
                  </a:lnTo>
                  <a:lnTo>
                    <a:pt x="2110648" y="1348355"/>
                  </a:lnTo>
                  <a:close/>
                </a:path>
                <a:path w="2470784" h="4259580">
                  <a:moveTo>
                    <a:pt x="2176034" y="1348355"/>
                  </a:moveTo>
                  <a:lnTo>
                    <a:pt x="2170220" y="1335667"/>
                  </a:lnTo>
                  <a:lnTo>
                    <a:pt x="2180657" y="1335667"/>
                  </a:lnTo>
                  <a:lnTo>
                    <a:pt x="2176034" y="1348355"/>
                  </a:lnTo>
                  <a:close/>
                </a:path>
                <a:path w="2470784" h="4259580">
                  <a:moveTo>
                    <a:pt x="2345579" y="1361067"/>
                  </a:moveTo>
                  <a:lnTo>
                    <a:pt x="2341937" y="1361067"/>
                  </a:lnTo>
                  <a:lnTo>
                    <a:pt x="2337557" y="1348787"/>
                  </a:lnTo>
                  <a:lnTo>
                    <a:pt x="2335930" y="1335667"/>
                  </a:lnTo>
                  <a:lnTo>
                    <a:pt x="2339373" y="1348355"/>
                  </a:lnTo>
                  <a:lnTo>
                    <a:pt x="2347255" y="1348355"/>
                  </a:lnTo>
                  <a:lnTo>
                    <a:pt x="2345579" y="1361067"/>
                  </a:lnTo>
                  <a:close/>
                </a:path>
                <a:path w="2470784" h="4259580">
                  <a:moveTo>
                    <a:pt x="2379740" y="1348355"/>
                  </a:moveTo>
                  <a:lnTo>
                    <a:pt x="2367542" y="1348355"/>
                  </a:lnTo>
                  <a:lnTo>
                    <a:pt x="2376001" y="1335667"/>
                  </a:lnTo>
                  <a:lnTo>
                    <a:pt x="2379740" y="1348355"/>
                  </a:lnTo>
                  <a:close/>
                </a:path>
                <a:path w="2470784" h="4259580">
                  <a:moveTo>
                    <a:pt x="2089614" y="1373730"/>
                  </a:moveTo>
                  <a:lnTo>
                    <a:pt x="2089678" y="1361067"/>
                  </a:lnTo>
                  <a:lnTo>
                    <a:pt x="2082884" y="1361067"/>
                  </a:lnTo>
                  <a:lnTo>
                    <a:pt x="2082693" y="1348787"/>
                  </a:lnTo>
                  <a:lnTo>
                    <a:pt x="2082686" y="1348355"/>
                  </a:lnTo>
                  <a:lnTo>
                    <a:pt x="2089174" y="1348355"/>
                  </a:lnTo>
                  <a:lnTo>
                    <a:pt x="2101296" y="1361067"/>
                  </a:lnTo>
                  <a:lnTo>
                    <a:pt x="2089614" y="1373730"/>
                  </a:lnTo>
                  <a:close/>
                </a:path>
                <a:path w="2470784" h="4259580">
                  <a:moveTo>
                    <a:pt x="2277736" y="1361067"/>
                  </a:moveTo>
                  <a:lnTo>
                    <a:pt x="2274405" y="1348787"/>
                  </a:lnTo>
                  <a:lnTo>
                    <a:pt x="2274288" y="1348355"/>
                  </a:lnTo>
                  <a:lnTo>
                    <a:pt x="2277835" y="1348355"/>
                  </a:lnTo>
                  <a:lnTo>
                    <a:pt x="2277736" y="1361067"/>
                  </a:lnTo>
                  <a:close/>
                </a:path>
                <a:path w="2470784" h="4259580">
                  <a:moveTo>
                    <a:pt x="2083864" y="1373730"/>
                  </a:moveTo>
                  <a:lnTo>
                    <a:pt x="2080232" y="1373730"/>
                  </a:lnTo>
                  <a:lnTo>
                    <a:pt x="2082391" y="1361067"/>
                  </a:lnTo>
                  <a:lnTo>
                    <a:pt x="2083864" y="1373730"/>
                  </a:lnTo>
                  <a:close/>
                </a:path>
                <a:path w="2470784" h="4259580">
                  <a:moveTo>
                    <a:pt x="2134282" y="1386467"/>
                  </a:moveTo>
                  <a:lnTo>
                    <a:pt x="2123057" y="1386467"/>
                  </a:lnTo>
                  <a:lnTo>
                    <a:pt x="2128670" y="1373984"/>
                  </a:lnTo>
                  <a:lnTo>
                    <a:pt x="2140387" y="1361067"/>
                  </a:lnTo>
                  <a:lnTo>
                    <a:pt x="2142939" y="1373730"/>
                  </a:lnTo>
                  <a:lnTo>
                    <a:pt x="2128751" y="1373730"/>
                  </a:lnTo>
                  <a:lnTo>
                    <a:pt x="2134282" y="1386467"/>
                  </a:lnTo>
                  <a:close/>
                </a:path>
                <a:path w="2470784" h="4259580">
                  <a:moveTo>
                    <a:pt x="2421595" y="1373730"/>
                  </a:moveTo>
                  <a:lnTo>
                    <a:pt x="2414602" y="1361067"/>
                  </a:lnTo>
                  <a:lnTo>
                    <a:pt x="2422184" y="1361067"/>
                  </a:lnTo>
                  <a:lnTo>
                    <a:pt x="2421595" y="1373730"/>
                  </a:lnTo>
                  <a:close/>
                </a:path>
                <a:path w="2470784" h="4259580">
                  <a:moveTo>
                    <a:pt x="2450927" y="1373730"/>
                  </a:moveTo>
                  <a:lnTo>
                    <a:pt x="2448276" y="1373730"/>
                  </a:lnTo>
                  <a:lnTo>
                    <a:pt x="2448767" y="1361067"/>
                  </a:lnTo>
                  <a:lnTo>
                    <a:pt x="2450927" y="1373730"/>
                  </a:lnTo>
                  <a:close/>
                </a:path>
                <a:path w="2470784" h="4259580">
                  <a:moveTo>
                    <a:pt x="2121185" y="1386467"/>
                  </a:moveTo>
                  <a:lnTo>
                    <a:pt x="2111409" y="1373730"/>
                  </a:lnTo>
                  <a:lnTo>
                    <a:pt x="2124641" y="1373730"/>
                  </a:lnTo>
                  <a:lnTo>
                    <a:pt x="2121185" y="1386467"/>
                  </a:lnTo>
                  <a:close/>
                </a:path>
                <a:path w="2470784" h="4259580">
                  <a:moveTo>
                    <a:pt x="2174943" y="1386467"/>
                  </a:moveTo>
                  <a:lnTo>
                    <a:pt x="2165687" y="1386467"/>
                  </a:lnTo>
                  <a:lnTo>
                    <a:pt x="2163751" y="1373984"/>
                  </a:lnTo>
                  <a:lnTo>
                    <a:pt x="2163712" y="1373730"/>
                  </a:lnTo>
                  <a:lnTo>
                    <a:pt x="2175535" y="1373730"/>
                  </a:lnTo>
                  <a:lnTo>
                    <a:pt x="2174943" y="1386467"/>
                  </a:lnTo>
                  <a:close/>
                </a:path>
                <a:path w="2470784" h="4259580">
                  <a:moveTo>
                    <a:pt x="2379251" y="1386467"/>
                  </a:moveTo>
                  <a:lnTo>
                    <a:pt x="2373540" y="1386467"/>
                  </a:lnTo>
                  <a:lnTo>
                    <a:pt x="2372475" y="1373984"/>
                  </a:lnTo>
                  <a:lnTo>
                    <a:pt x="2372454" y="1373730"/>
                  </a:lnTo>
                  <a:lnTo>
                    <a:pt x="2383892" y="1373730"/>
                  </a:lnTo>
                  <a:lnTo>
                    <a:pt x="2379251" y="1386467"/>
                  </a:lnTo>
                  <a:close/>
                </a:path>
                <a:path w="2470784" h="4259580">
                  <a:moveTo>
                    <a:pt x="2400030" y="1386467"/>
                  </a:moveTo>
                  <a:lnTo>
                    <a:pt x="2405837" y="1373984"/>
                  </a:lnTo>
                  <a:lnTo>
                    <a:pt x="2405955" y="1373730"/>
                  </a:lnTo>
                  <a:lnTo>
                    <a:pt x="2414447" y="1373730"/>
                  </a:lnTo>
                  <a:lnTo>
                    <a:pt x="2400030" y="1386467"/>
                  </a:lnTo>
                  <a:close/>
                </a:path>
                <a:path w="2470784" h="4259580">
                  <a:moveTo>
                    <a:pt x="2312102" y="1386467"/>
                  </a:moveTo>
                  <a:lnTo>
                    <a:pt x="2305603" y="1386467"/>
                  </a:lnTo>
                  <a:lnTo>
                    <a:pt x="2309475" y="1373984"/>
                  </a:lnTo>
                  <a:lnTo>
                    <a:pt x="2312102" y="1386467"/>
                  </a:lnTo>
                  <a:close/>
                </a:path>
                <a:path w="2470784" h="4259580">
                  <a:moveTo>
                    <a:pt x="2075696" y="1399167"/>
                  </a:moveTo>
                  <a:lnTo>
                    <a:pt x="2069689" y="1386467"/>
                  </a:lnTo>
                  <a:lnTo>
                    <a:pt x="2070379" y="1386467"/>
                  </a:lnTo>
                  <a:lnTo>
                    <a:pt x="2075696" y="1399167"/>
                  </a:lnTo>
                  <a:close/>
                </a:path>
                <a:path w="2470784" h="4259580">
                  <a:moveTo>
                    <a:pt x="2189912" y="1399167"/>
                  </a:moveTo>
                  <a:lnTo>
                    <a:pt x="2181445" y="1386467"/>
                  </a:lnTo>
                  <a:lnTo>
                    <a:pt x="2189322" y="1386467"/>
                  </a:lnTo>
                  <a:lnTo>
                    <a:pt x="2189912" y="1399167"/>
                  </a:lnTo>
                  <a:close/>
                </a:path>
                <a:path w="2470784" h="4259580">
                  <a:moveTo>
                    <a:pt x="2439907" y="1399167"/>
                  </a:moveTo>
                  <a:lnTo>
                    <a:pt x="2430947" y="1399167"/>
                  </a:lnTo>
                  <a:lnTo>
                    <a:pt x="2432621" y="1386467"/>
                  </a:lnTo>
                  <a:lnTo>
                    <a:pt x="2439907" y="1399167"/>
                  </a:lnTo>
                  <a:close/>
                </a:path>
                <a:path w="2470784" h="4259580">
                  <a:moveTo>
                    <a:pt x="2101199" y="1411867"/>
                  </a:moveTo>
                  <a:lnTo>
                    <a:pt x="2088989" y="1411867"/>
                  </a:lnTo>
                  <a:lnTo>
                    <a:pt x="2093814" y="1399167"/>
                  </a:lnTo>
                  <a:lnTo>
                    <a:pt x="2101199" y="1411867"/>
                  </a:lnTo>
                  <a:close/>
                </a:path>
                <a:path w="2470784" h="4259580">
                  <a:moveTo>
                    <a:pt x="2304520" y="1411867"/>
                  </a:moveTo>
                  <a:lnTo>
                    <a:pt x="2282759" y="1411867"/>
                  </a:lnTo>
                  <a:lnTo>
                    <a:pt x="2285910" y="1399167"/>
                  </a:lnTo>
                  <a:lnTo>
                    <a:pt x="2299301" y="1399167"/>
                  </a:lnTo>
                  <a:lnTo>
                    <a:pt x="2304520" y="1411867"/>
                  </a:lnTo>
                  <a:close/>
                </a:path>
                <a:path w="2470784" h="4259580">
                  <a:moveTo>
                    <a:pt x="2340652" y="1424567"/>
                  </a:moveTo>
                  <a:lnTo>
                    <a:pt x="2336419" y="1411867"/>
                  </a:lnTo>
                  <a:lnTo>
                    <a:pt x="2343607" y="1399167"/>
                  </a:lnTo>
                  <a:lnTo>
                    <a:pt x="2346266" y="1411867"/>
                  </a:lnTo>
                  <a:lnTo>
                    <a:pt x="2340652" y="1424567"/>
                  </a:lnTo>
                  <a:close/>
                </a:path>
                <a:path w="2470784" h="4259580">
                  <a:moveTo>
                    <a:pt x="2117543" y="1437267"/>
                  </a:moveTo>
                  <a:lnTo>
                    <a:pt x="2110355" y="1424567"/>
                  </a:lnTo>
                  <a:lnTo>
                    <a:pt x="2108780" y="1411867"/>
                  </a:lnTo>
                  <a:lnTo>
                    <a:pt x="2116361" y="1411867"/>
                  </a:lnTo>
                  <a:lnTo>
                    <a:pt x="2123844" y="1424567"/>
                  </a:lnTo>
                  <a:lnTo>
                    <a:pt x="2117543" y="1437267"/>
                  </a:lnTo>
                  <a:close/>
                </a:path>
                <a:path w="2470784" h="4259580">
                  <a:moveTo>
                    <a:pt x="2260900" y="1424567"/>
                  </a:moveTo>
                  <a:lnTo>
                    <a:pt x="2253023" y="1424567"/>
                  </a:lnTo>
                  <a:lnTo>
                    <a:pt x="2256765" y="1411867"/>
                  </a:lnTo>
                  <a:lnTo>
                    <a:pt x="2260900" y="1424567"/>
                  </a:lnTo>
                  <a:close/>
                </a:path>
                <a:path w="2470784" h="4259580">
                  <a:moveTo>
                    <a:pt x="531305" y="3126367"/>
                  </a:moveTo>
                  <a:lnTo>
                    <a:pt x="506394" y="3126367"/>
                  </a:lnTo>
                  <a:lnTo>
                    <a:pt x="258858" y="1424567"/>
                  </a:lnTo>
                  <a:lnTo>
                    <a:pt x="283769" y="1424567"/>
                  </a:lnTo>
                  <a:lnTo>
                    <a:pt x="531305" y="3126367"/>
                  </a:lnTo>
                  <a:close/>
                </a:path>
                <a:path w="2470784" h="4259580">
                  <a:moveTo>
                    <a:pt x="1173183" y="3126367"/>
                  </a:moveTo>
                  <a:lnTo>
                    <a:pt x="1148272" y="3126367"/>
                  </a:lnTo>
                  <a:lnTo>
                    <a:pt x="1395808" y="1424567"/>
                  </a:lnTo>
                  <a:lnTo>
                    <a:pt x="1420719" y="1424567"/>
                  </a:lnTo>
                  <a:lnTo>
                    <a:pt x="1173183" y="3126367"/>
                  </a:lnTo>
                  <a:close/>
                </a:path>
                <a:path w="2470784" h="4259580">
                  <a:moveTo>
                    <a:pt x="2060632" y="1437267"/>
                  </a:moveTo>
                  <a:lnTo>
                    <a:pt x="2049899" y="1437267"/>
                  </a:lnTo>
                  <a:lnTo>
                    <a:pt x="2049112" y="1424567"/>
                  </a:lnTo>
                  <a:lnTo>
                    <a:pt x="2060632" y="1437267"/>
                  </a:lnTo>
                  <a:close/>
                </a:path>
                <a:path w="2470784" h="4259580">
                  <a:moveTo>
                    <a:pt x="2206750" y="1437267"/>
                  </a:moveTo>
                  <a:lnTo>
                    <a:pt x="2201334" y="1437267"/>
                  </a:lnTo>
                  <a:lnTo>
                    <a:pt x="2200054" y="1424567"/>
                  </a:lnTo>
                  <a:lnTo>
                    <a:pt x="2209309" y="1424567"/>
                  </a:lnTo>
                  <a:lnTo>
                    <a:pt x="2206750" y="1437267"/>
                  </a:lnTo>
                  <a:close/>
                </a:path>
                <a:path w="2470784" h="4259580">
                  <a:moveTo>
                    <a:pt x="2393138" y="1437267"/>
                  </a:moveTo>
                  <a:lnTo>
                    <a:pt x="2384769" y="1437267"/>
                  </a:lnTo>
                  <a:lnTo>
                    <a:pt x="2392547" y="1424567"/>
                  </a:lnTo>
                  <a:lnTo>
                    <a:pt x="2393138" y="1437267"/>
                  </a:lnTo>
                  <a:close/>
                </a:path>
                <a:path w="2470784" h="4259580">
                  <a:moveTo>
                    <a:pt x="1986094" y="1449967"/>
                  </a:moveTo>
                  <a:lnTo>
                    <a:pt x="1980383" y="1437267"/>
                  </a:lnTo>
                  <a:lnTo>
                    <a:pt x="1982549" y="1437267"/>
                  </a:lnTo>
                  <a:lnTo>
                    <a:pt x="1986094" y="1449967"/>
                  </a:lnTo>
                  <a:close/>
                </a:path>
                <a:path w="2470784" h="4259580">
                  <a:moveTo>
                    <a:pt x="2148263" y="1449967"/>
                  </a:moveTo>
                  <a:lnTo>
                    <a:pt x="2138219" y="1449967"/>
                  </a:lnTo>
                  <a:lnTo>
                    <a:pt x="2143044" y="1437267"/>
                  </a:lnTo>
                  <a:lnTo>
                    <a:pt x="2148263" y="1449967"/>
                  </a:lnTo>
                  <a:close/>
                </a:path>
                <a:path w="2470784" h="4259580">
                  <a:moveTo>
                    <a:pt x="2046254" y="1462667"/>
                  </a:moveTo>
                  <a:lnTo>
                    <a:pt x="2026266" y="1462667"/>
                  </a:lnTo>
                  <a:lnTo>
                    <a:pt x="2025479" y="1449967"/>
                  </a:lnTo>
                  <a:lnTo>
                    <a:pt x="2039559" y="1449967"/>
                  </a:lnTo>
                  <a:lnTo>
                    <a:pt x="2046254" y="1462667"/>
                  </a:lnTo>
                  <a:close/>
                </a:path>
                <a:path w="2470784" h="4259580">
                  <a:moveTo>
                    <a:pt x="2110060" y="1475367"/>
                  </a:moveTo>
                  <a:lnTo>
                    <a:pt x="2116460" y="1449967"/>
                  </a:lnTo>
                  <a:lnTo>
                    <a:pt x="2124534" y="1449967"/>
                  </a:lnTo>
                  <a:lnTo>
                    <a:pt x="2128374" y="1462667"/>
                  </a:lnTo>
                  <a:lnTo>
                    <a:pt x="2118823" y="1462667"/>
                  </a:lnTo>
                  <a:lnTo>
                    <a:pt x="2110060" y="1475367"/>
                  </a:lnTo>
                  <a:close/>
                </a:path>
                <a:path w="2470784" h="4259580">
                  <a:moveTo>
                    <a:pt x="2164112" y="1462667"/>
                  </a:moveTo>
                  <a:lnTo>
                    <a:pt x="2150425" y="1462667"/>
                  </a:lnTo>
                  <a:lnTo>
                    <a:pt x="2162832" y="1449967"/>
                  </a:lnTo>
                  <a:lnTo>
                    <a:pt x="2164112" y="1462667"/>
                  </a:lnTo>
                  <a:close/>
                </a:path>
                <a:path w="2470784" h="4259580">
                  <a:moveTo>
                    <a:pt x="2304422" y="1462667"/>
                  </a:moveTo>
                  <a:lnTo>
                    <a:pt x="2298023" y="1462667"/>
                  </a:lnTo>
                  <a:lnTo>
                    <a:pt x="2292706" y="1449967"/>
                  </a:lnTo>
                  <a:lnTo>
                    <a:pt x="2304422" y="1462667"/>
                  </a:lnTo>
                  <a:close/>
                </a:path>
                <a:path w="2470784" h="4259580">
                  <a:moveTo>
                    <a:pt x="1970734" y="1475367"/>
                  </a:moveTo>
                  <a:lnTo>
                    <a:pt x="1964530" y="1475367"/>
                  </a:lnTo>
                  <a:lnTo>
                    <a:pt x="1963743" y="1462667"/>
                  </a:lnTo>
                  <a:lnTo>
                    <a:pt x="1970734" y="1475367"/>
                  </a:lnTo>
                  <a:close/>
                </a:path>
                <a:path w="2470784" h="4259580">
                  <a:moveTo>
                    <a:pt x="2224866" y="1475367"/>
                  </a:moveTo>
                  <a:lnTo>
                    <a:pt x="2218564" y="1462667"/>
                  </a:lnTo>
                  <a:lnTo>
                    <a:pt x="2225063" y="1462667"/>
                  </a:lnTo>
                  <a:lnTo>
                    <a:pt x="2224866" y="1475367"/>
                  </a:lnTo>
                  <a:close/>
                </a:path>
                <a:path w="2470784" h="4259580">
                  <a:moveTo>
                    <a:pt x="2263460" y="1488067"/>
                  </a:moveTo>
                  <a:lnTo>
                    <a:pt x="2255287" y="1488067"/>
                  </a:lnTo>
                  <a:lnTo>
                    <a:pt x="2246229" y="1462667"/>
                  </a:lnTo>
                  <a:lnTo>
                    <a:pt x="2263460" y="1488067"/>
                  </a:lnTo>
                  <a:close/>
                </a:path>
                <a:path w="2470784" h="4259580">
                  <a:moveTo>
                    <a:pt x="2447191" y="1475367"/>
                  </a:moveTo>
                  <a:lnTo>
                    <a:pt x="2452016" y="1462667"/>
                  </a:lnTo>
                  <a:lnTo>
                    <a:pt x="2453985" y="1462667"/>
                  </a:lnTo>
                  <a:lnTo>
                    <a:pt x="2447191" y="1475367"/>
                  </a:lnTo>
                  <a:close/>
                </a:path>
                <a:path w="2470784" h="4259580">
                  <a:moveTo>
                    <a:pt x="2046058" y="1488067"/>
                  </a:moveTo>
                  <a:lnTo>
                    <a:pt x="2041726" y="1488067"/>
                  </a:lnTo>
                  <a:lnTo>
                    <a:pt x="2049111" y="1475367"/>
                  </a:lnTo>
                  <a:lnTo>
                    <a:pt x="2053345" y="1475367"/>
                  </a:lnTo>
                  <a:lnTo>
                    <a:pt x="2046058" y="1488067"/>
                  </a:lnTo>
                  <a:close/>
                </a:path>
                <a:path w="2470784" h="4259580">
                  <a:moveTo>
                    <a:pt x="2068508" y="1488067"/>
                  </a:moveTo>
                  <a:lnTo>
                    <a:pt x="2064176" y="1488067"/>
                  </a:lnTo>
                  <a:lnTo>
                    <a:pt x="2065948" y="1475367"/>
                  </a:lnTo>
                  <a:lnTo>
                    <a:pt x="2068508" y="1488067"/>
                  </a:lnTo>
                  <a:close/>
                </a:path>
                <a:path w="2470784" h="4259580">
                  <a:moveTo>
                    <a:pt x="2107401" y="1488067"/>
                  </a:moveTo>
                  <a:lnTo>
                    <a:pt x="2098342" y="1475367"/>
                  </a:lnTo>
                  <a:lnTo>
                    <a:pt x="2112423" y="1475367"/>
                  </a:lnTo>
                  <a:lnTo>
                    <a:pt x="2107401" y="1488067"/>
                  </a:lnTo>
                  <a:close/>
                </a:path>
                <a:path w="2470784" h="4259580">
                  <a:moveTo>
                    <a:pt x="2179176" y="1488067"/>
                  </a:moveTo>
                  <a:lnTo>
                    <a:pt x="2174943" y="1488067"/>
                  </a:lnTo>
                  <a:lnTo>
                    <a:pt x="2178782" y="1475367"/>
                  </a:lnTo>
                  <a:lnTo>
                    <a:pt x="2179176" y="1488067"/>
                  </a:lnTo>
                  <a:close/>
                </a:path>
                <a:path w="2470784" h="4259580">
                  <a:moveTo>
                    <a:pt x="2401995" y="1488067"/>
                  </a:moveTo>
                  <a:lnTo>
                    <a:pt x="2393528" y="1488067"/>
                  </a:lnTo>
                  <a:lnTo>
                    <a:pt x="2393331" y="1475367"/>
                  </a:lnTo>
                  <a:lnTo>
                    <a:pt x="2401995" y="1488067"/>
                  </a:lnTo>
                  <a:close/>
                </a:path>
                <a:path w="2470784" h="4259580">
                  <a:moveTo>
                    <a:pt x="2404559" y="1488067"/>
                  </a:moveTo>
                  <a:lnTo>
                    <a:pt x="2405642" y="1475367"/>
                  </a:lnTo>
                  <a:lnTo>
                    <a:pt x="2416473" y="1475367"/>
                  </a:lnTo>
                  <a:lnTo>
                    <a:pt x="2404559" y="1488067"/>
                  </a:lnTo>
                  <a:close/>
                </a:path>
                <a:path w="2470784" h="4259580">
                  <a:moveTo>
                    <a:pt x="2023706" y="1500767"/>
                  </a:moveTo>
                  <a:lnTo>
                    <a:pt x="2016124" y="1500767"/>
                  </a:lnTo>
                  <a:lnTo>
                    <a:pt x="2016912" y="1488067"/>
                  </a:lnTo>
                  <a:lnTo>
                    <a:pt x="2026758" y="1488067"/>
                  </a:lnTo>
                  <a:lnTo>
                    <a:pt x="2023706" y="1500767"/>
                  </a:lnTo>
                  <a:close/>
                </a:path>
                <a:path w="2470784" h="4259580">
                  <a:moveTo>
                    <a:pt x="2091253" y="1500767"/>
                  </a:moveTo>
                  <a:lnTo>
                    <a:pt x="2084557" y="1500767"/>
                  </a:lnTo>
                  <a:lnTo>
                    <a:pt x="2092336" y="1488067"/>
                  </a:lnTo>
                  <a:lnTo>
                    <a:pt x="2091253" y="1500767"/>
                  </a:lnTo>
                  <a:close/>
                </a:path>
                <a:path w="2470784" h="4259580">
                  <a:moveTo>
                    <a:pt x="2137038" y="1513467"/>
                  </a:moveTo>
                  <a:lnTo>
                    <a:pt x="2127980" y="1513467"/>
                  </a:lnTo>
                  <a:lnTo>
                    <a:pt x="2134774" y="1488067"/>
                  </a:lnTo>
                  <a:lnTo>
                    <a:pt x="2137038" y="1513467"/>
                  </a:lnTo>
                  <a:close/>
                </a:path>
                <a:path w="2470784" h="4259580">
                  <a:moveTo>
                    <a:pt x="2208423" y="1500767"/>
                  </a:moveTo>
                  <a:lnTo>
                    <a:pt x="2213248" y="1488067"/>
                  </a:lnTo>
                  <a:lnTo>
                    <a:pt x="2218467" y="1488067"/>
                  </a:lnTo>
                  <a:lnTo>
                    <a:pt x="2208423" y="1500767"/>
                  </a:lnTo>
                  <a:close/>
                </a:path>
                <a:path w="2470784" h="4259580">
                  <a:moveTo>
                    <a:pt x="2246721" y="1513467"/>
                  </a:moveTo>
                  <a:lnTo>
                    <a:pt x="2237170" y="1500767"/>
                  </a:lnTo>
                  <a:lnTo>
                    <a:pt x="2229490" y="1500767"/>
                  </a:lnTo>
                  <a:lnTo>
                    <a:pt x="2228801" y="1488067"/>
                  </a:lnTo>
                  <a:lnTo>
                    <a:pt x="2249479" y="1500767"/>
                  </a:lnTo>
                  <a:lnTo>
                    <a:pt x="2246721" y="1513467"/>
                  </a:lnTo>
                  <a:close/>
                </a:path>
                <a:path w="2470784" h="4259580">
                  <a:moveTo>
                    <a:pt x="2350501" y="1500767"/>
                  </a:moveTo>
                  <a:lnTo>
                    <a:pt x="2336420" y="1500767"/>
                  </a:lnTo>
                  <a:lnTo>
                    <a:pt x="2346267" y="1488067"/>
                  </a:lnTo>
                  <a:lnTo>
                    <a:pt x="2351288" y="1488067"/>
                  </a:lnTo>
                  <a:lnTo>
                    <a:pt x="2350501" y="1500767"/>
                  </a:lnTo>
                  <a:close/>
                </a:path>
                <a:path w="2470784" h="4259580">
                  <a:moveTo>
                    <a:pt x="1954980" y="1513467"/>
                  </a:moveTo>
                  <a:lnTo>
                    <a:pt x="1949466" y="1513467"/>
                  </a:lnTo>
                  <a:lnTo>
                    <a:pt x="1950057" y="1500767"/>
                  </a:lnTo>
                  <a:lnTo>
                    <a:pt x="1954980" y="1513467"/>
                  </a:lnTo>
                  <a:close/>
                </a:path>
                <a:path w="2470784" h="4259580">
                  <a:moveTo>
                    <a:pt x="2145506" y="1513467"/>
                  </a:moveTo>
                  <a:lnTo>
                    <a:pt x="2145014" y="1500767"/>
                  </a:lnTo>
                  <a:lnTo>
                    <a:pt x="2147278" y="1500767"/>
                  </a:lnTo>
                  <a:lnTo>
                    <a:pt x="2145506" y="1513467"/>
                  </a:lnTo>
                  <a:close/>
                </a:path>
                <a:path w="2470784" h="4259580">
                  <a:moveTo>
                    <a:pt x="2361431" y="1513467"/>
                  </a:moveTo>
                  <a:lnTo>
                    <a:pt x="2353653" y="1513467"/>
                  </a:lnTo>
                  <a:lnTo>
                    <a:pt x="2366059" y="1500767"/>
                  </a:lnTo>
                  <a:lnTo>
                    <a:pt x="2367339" y="1500767"/>
                  </a:lnTo>
                  <a:lnTo>
                    <a:pt x="2361431" y="1513467"/>
                  </a:lnTo>
                  <a:close/>
                </a:path>
                <a:path w="2470784" h="4259580">
                  <a:moveTo>
                    <a:pt x="2037294" y="1526167"/>
                  </a:moveTo>
                  <a:lnTo>
                    <a:pt x="2025675" y="1526167"/>
                  </a:lnTo>
                  <a:lnTo>
                    <a:pt x="2033848" y="1513467"/>
                  </a:lnTo>
                  <a:lnTo>
                    <a:pt x="2037294" y="1526167"/>
                  </a:lnTo>
                  <a:close/>
                </a:path>
                <a:path w="2470784" h="4259580">
                  <a:moveTo>
                    <a:pt x="2105629" y="1526167"/>
                  </a:moveTo>
                  <a:lnTo>
                    <a:pt x="2097752" y="1526167"/>
                  </a:lnTo>
                  <a:lnTo>
                    <a:pt x="2098540" y="1513467"/>
                  </a:lnTo>
                  <a:lnTo>
                    <a:pt x="2106712" y="1513467"/>
                  </a:lnTo>
                  <a:lnTo>
                    <a:pt x="2105629" y="1526167"/>
                  </a:lnTo>
                  <a:close/>
                </a:path>
                <a:path w="2470784" h="4259580">
                  <a:moveTo>
                    <a:pt x="2183411" y="1526167"/>
                  </a:moveTo>
                  <a:lnTo>
                    <a:pt x="2182328" y="1513467"/>
                  </a:lnTo>
                  <a:lnTo>
                    <a:pt x="2190107" y="1513467"/>
                  </a:lnTo>
                  <a:lnTo>
                    <a:pt x="2183411" y="1526167"/>
                  </a:lnTo>
                  <a:close/>
                </a:path>
                <a:path w="2470784" h="4259580">
                  <a:moveTo>
                    <a:pt x="2256569" y="1526167"/>
                  </a:moveTo>
                  <a:lnTo>
                    <a:pt x="2245049" y="1526167"/>
                  </a:lnTo>
                  <a:lnTo>
                    <a:pt x="2252335" y="1513467"/>
                  </a:lnTo>
                  <a:lnTo>
                    <a:pt x="2256569" y="1526167"/>
                  </a:lnTo>
                  <a:close/>
                </a:path>
                <a:path w="2470784" h="4259580">
                  <a:moveTo>
                    <a:pt x="2275180" y="1526167"/>
                  </a:moveTo>
                  <a:lnTo>
                    <a:pt x="2272915" y="1513467"/>
                  </a:lnTo>
                  <a:lnTo>
                    <a:pt x="2276164" y="1513467"/>
                  </a:lnTo>
                  <a:lnTo>
                    <a:pt x="2275180" y="1526167"/>
                  </a:lnTo>
                  <a:close/>
                </a:path>
                <a:path w="2470784" h="4259580">
                  <a:moveTo>
                    <a:pt x="2304914" y="1526167"/>
                  </a:moveTo>
                  <a:lnTo>
                    <a:pt x="2301664" y="1526167"/>
                  </a:lnTo>
                  <a:lnTo>
                    <a:pt x="2305505" y="1513467"/>
                  </a:lnTo>
                  <a:lnTo>
                    <a:pt x="2304914" y="1526167"/>
                  </a:lnTo>
                  <a:close/>
                </a:path>
                <a:path w="2470784" h="4259580">
                  <a:moveTo>
                    <a:pt x="2006576" y="1551567"/>
                  </a:moveTo>
                  <a:lnTo>
                    <a:pt x="1999092" y="1538867"/>
                  </a:lnTo>
                  <a:lnTo>
                    <a:pt x="2000569" y="1526167"/>
                  </a:lnTo>
                  <a:lnTo>
                    <a:pt x="2010415" y="1538867"/>
                  </a:lnTo>
                  <a:lnTo>
                    <a:pt x="2006576" y="1551567"/>
                  </a:lnTo>
                  <a:close/>
                </a:path>
                <a:path w="2470784" h="4259580">
                  <a:moveTo>
                    <a:pt x="2020161" y="1538867"/>
                  </a:moveTo>
                  <a:lnTo>
                    <a:pt x="2016223" y="1538867"/>
                  </a:lnTo>
                  <a:lnTo>
                    <a:pt x="2016518" y="1526167"/>
                  </a:lnTo>
                  <a:lnTo>
                    <a:pt x="2020161" y="1538867"/>
                  </a:lnTo>
                  <a:close/>
                </a:path>
                <a:path w="2470784" h="4259580">
                  <a:moveTo>
                    <a:pt x="2185183" y="1538867"/>
                  </a:moveTo>
                  <a:lnTo>
                    <a:pt x="2171299" y="1538867"/>
                  </a:lnTo>
                  <a:lnTo>
                    <a:pt x="2175041" y="1526167"/>
                  </a:lnTo>
                  <a:lnTo>
                    <a:pt x="2185183" y="1538867"/>
                  </a:lnTo>
                  <a:close/>
                </a:path>
                <a:path w="2470784" h="4259580">
                  <a:moveTo>
                    <a:pt x="2421692" y="1538867"/>
                  </a:moveTo>
                  <a:lnTo>
                    <a:pt x="2411649" y="1538867"/>
                  </a:lnTo>
                  <a:lnTo>
                    <a:pt x="2416473" y="1526167"/>
                  </a:lnTo>
                  <a:lnTo>
                    <a:pt x="2421692" y="1538867"/>
                  </a:lnTo>
                  <a:close/>
                </a:path>
                <a:path w="2470784" h="4259580">
                  <a:moveTo>
                    <a:pt x="2070476" y="1551567"/>
                  </a:moveTo>
                  <a:lnTo>
                    <a:pt x="2058070" y="1551567"/>
                  </a:lnTo>
                  <a:lnTo>
                    <a:pt x="2056691" y="1538867"/>
                  </a:lnTo>
                  <a:lnTo>
                    <a:pt x="2075596" y="1538867"/>
                  </a:lnTo>
                  <a:lnTo>
                    <a:pt x="2070476" y="1551567"/>
                  </a:lnTo>
                  <a:close/>
                </a:path>
                <a:path w="2470784" h="4259580">
                  <a:moveTo>
                    <a:pt x="2226931" y="1551567"/>
                  </a:moveTo>
                  <a:lnTo>
                    <a:pt x="2220137" y="1538867"/>
                  </a:lnTo>
                  <a:lnTo>
                    <a:pt x="2228507" y="1538867"/>
                  </a:lnTo>
                  <a:lnTo>
                    <a:pt x="2226931" y="1551567"/>
                  </a:lnTo>
                  <a:close/>
                </a:path>
                <a:path w="2470784" h="4259580">
                  <a:moveTo>
                    <a:pt x="2294576" y="1551567"/>
                  </a:moveTo>
                  <a:lnTo>
                    <a:pt x="2287880" y="1551567"/>
                  </a:lnTo>
                  <a:lnTo>
                    <a:pt x="2295659" y="1538867"/>
                  </a:lnTo>
                  <a:lnTo>
                    <a:pt x="2294576" y="1551567"/>
                  </a:lnTo>
                  <a:close/>
                </a:path>
                <a:path w="2470784" h="4259580">
                  <a:moveTo>
                    <a:pt x="2340262" y="1551567"/>
                  </a:moveTo>
                  <a:lnTo>
                    <a:pt x="2331302" y="1551567"/>
                  </a:lnTo>
                  <a:lnTo>
                    <a:pt x="2337998" y="1538867"/>
                  </a:lnTo>
                  <a:lnTo>
                    <a:pt x="2340262" y="1551567"/>
                  </a:lnTo>
                  <a:close/>
                </a:path>
                <a:path w="2470784" h="4259580">
                  <a:moveTo>
                    <a:pt x="2086823" y="1576967"/>
                  </a:moveTo>
                  <a:lnTo>
                    <a:pt x="2077272" y="1564267"/>
                  </a:lnTo>
                  <a:lnTo>
                    <a:pt x="2080718" y="1551567"/>
                  </a:lnTo>
                  <a:lnTo>
                    <a:pt x="2094207" y="1551567"/>
                  </a:lnTo>
                  <a:lnTo>
                    <a:pt x="2086823" y="1576967"/>
                  </a:lnTo>
                  <a:close/>
                </a:path>
                <a:path w="2470784" h="4259580">
                  <a:moveTo>
                    <a:pt x="2119019" y="1564267"/>
                  </a:moveTo>
                  <a:lnTo>
                    <a:pt x="2110059" y="1564267"/>
                  </a:lnTo>
                  <a:lnTo>
                    <a:pt x="2119117" y="1551567"/>
                  </a:lnTo>
                  <a:lnTo>
                    <a:pt x="2124828" y="1551567"/>
                  </a:lnTo>
                  <a:lnTo>
                    <a:pt x="2119019" y="1564267"/>
                  </a:lnTo>
                  <a:close/>
                </a:path>
                <a:path w="2470784" h="4259580">
                  <a:moveTo>
                    <a:pt x="2152690" y="1564267"/>
                  </a:moveTo>
                  <a:lnTo>
                    <a:pt x="2152296" y="1551567"/>
                  </a:lnTo>
                  <a:lnTo>
                    <a:pt x="2158303" y="1551567"/>
                  </a:lnTo>
                  <a:lnTo>
                    <a:pt x="2152690" y="1564267"/>
                  </a:lnTo>
                  <a:close/>
                </a:path>
                <a:path w="2470784" h="4259580">
                  <a:moveTo>
                    <a:pt x="2192372" y="1564267"/>
                  </a:moveTo>
                  <a:lnTo>
                    <a:pt x="2198673" y="1551567"/>
                  </a:lnTo>
                  <a:lnTo>
                    <a:pt x="2202907" y="1551567"/>
                  </a:lnTo>
                  <a:lnTo>
                    <a:pt x="2192372" y="1564267"/>
                  </a:lnTo>
                  <a:close/>
                </a:path>
                <a:path w="2470784" h="4259580">
                  <a:moveTo>
                    <a:pt x="2228901" y="1576967"/>
                  </a:moveTo>
                  <a:lnTo>
                    <a:pt x="2236679" y="1564267"/>
                  </a:lnTo>
                  <a:lnTo>
                    <a:pt x="2242292" y="1564267"/>
                  </a:lnTo>
                  <a:lnTo>
                    <a:pt x="2228901" y="1576967"/>
                  </a:lnTo>
                  <a:close/>
                </a:path>
                <a:path w="2470784" h="4259580">
                  <a:moveTo>
                    <a:pt x="2298711" y="1576967"/>
                  </a:moveTo>
                  <a:lnTo>
                    <a:pt x="2295068" y="1576967"/>
                  </a:lnTo>
                  <a:lnTo>
                    <a:pt x="2297135" y="1564267"/>
                  </a:lnTo>
                  <a:lnTo>
                    <a:pt x="2298711" y="1576967"/>
                  </a:lnTo>
                  <a:close/>
                </a:path>
                <a:path w="2470784" h="4259580">
                  <a:moveTo>
                    <a:pt x="2409579" y="1576967"/>
                  </a:moveTo>
                  <a:lnTo>
                    <a:pt x="2407019" y="1576967"/>
                  </a:lnTo>
                  <a:lnTo>
                    <a:pt x="2406724" y="1564267"/>
                  </a:lnTo>
                  <a:lnTo>
                    <a:pt x="2412237" y="1564267"/>
                  </a:lnTo>
                  <a:lnTo>
                    <a:pt x="2409579" y="1576967"/>
                  </a:lnTo>
                  <a:close/>
                </a:path>
                <a:path w="2470784" h="4259580">
                  <a:moveTo>
                    <a:pt x="2100116" y="1589667"/>
                  </a:moveTo>
                  <a:lnTo>
                    <a:pt x="2097556" y="1576967"/>
                  </a:lnTo>
                  <a:lnTo>
                    <a:pt x="2110356" y="1576967"/>
                  </a:lnTo>
                  <a:lnTo>
                    <a:pt x="2100116" y="1589667"/>
                  </a:lnTo>
                  <a:close/>
                </a:path>
                <a:path w="2470784" h="4259580">
                  <a:moveTo>
                    <a:pt x="2209799" y="1589667"/>
                  </a:moveTo>
                  <a:lnTo>
                    <a:pt x="2202316" y="1589667"/>
                  </a:lnTo>
                  <a:lnTo>
                    <a:pt x="2203891" y="1576967"/>
                  </a:lnTo>
                  <a:lnTo>
                    <a:pt x="2213737" y="1576967"/>
                  </a:lnTo>
                  <a:lnTo>
                    <a:pt x="2209799" y="1589667"/>
                  </a:lnTo>
                  <a:close/>
                </a:path>
                <a:path w="2470784" h="4259580">
                  <a:moveTo>
                    <a:pt x="2274687" y="1589667"/>
                  </a:moveTo>
                  <a:lnTo>
                    <a:pt x="2261395" y="1589667"/>
                  </a:lnTo>
                  <a:lnTo>
                    <a:pt x="2259918" y="1576967"/>
                  </a:lnTo>
                  <a:lnTo>
                    <a:pt x="2271044" y="1576967"/>
                  </a:lnTo>
                  <a:lnTo>
                    <a:pt x="2274687" y="1589667"/>
                  </a:lnTo>
                  <a:close/>
                </a:path>
                <a:path w="2470784" h="4259580">
                  <a:moveTo>
                    <a:pt x="1990329" y="1602367"/>
                  </a:moveTo>
                  <a:lnTo>
                    <a:pt x="1989837" y="1589667"/>
                  </a:lnTo>
                  <a:lnTo>
                    <a:pt x="1994760" y="1589667"/>
                  </a:lnTo>
                  <a:lnTo>
                    <a:pt x="1990329" y="1602367"/>
                  </a:lnTo>
                  <a:close/>
                </a:path>
                <a:path w="2470784" h="4259580">
                  <a:moveTo>
                    <a:pt x="2022428" y="1602367"/>
                  </a:moveTo>
                  <a:lnTo>
                    <a:pt x="2019572" y="1589667"/>
                  </a:lnTo>
                  <a:lnTo>
                    <a:pt x="2030600" y="1589667"/>
                  </a:lnTo>
                  <a:lnTo>
                    <a:pt x="2022428" y="1602367"/>
                  </a:lnTo>
                  <a:close/>
                </a:path>
                <a:path w="2470784" h="4259580">
                  <a:moveTo>
                    <a:pt x="2044975" y="1615067"/>
                  </a:moveTo>
                  <a:lnTo>
                    <a:pt x="2053247" y="1589667"/>
                  </a:lnTo>
                  <a:lnTo>
                    <a:pt x="2058760" y="1602367"/>
                  </a:lnTo>
                  <a:lnTo>
                    <a:pt x="2044975" y="1615067"/>
                  </a:lnTo>
                  <a:close/>
                </a:path>
                <a:path w="2470784" h="4259580">
                  <a:moveTo>
                    <a:pt x="2181541" y="1615067"/>
                  </a:moveTo>
                  <a:lnTo>
                    <a:pt x="2180457" y="1615067"/>
                  </a:lnTo>
                  <a:lnTo>
                    <a:pt x="2166573" y="1602367"/>
                  </a:lnTo>
                  <a:lnTo>
                    <a:pt x="2158302" y="1602367"/>
                  </a:lnTo>
                  <a:lnTo>
                    <a:pt x="2150721" y="1589667"/>
                  </a:lnTo>
                  <a:lnTo>
                    <a:pt x="2155250" y="1589667"/>
                  </a:lnTo>
                  <a:lnTo>
                    <a:pt x="2177110" y="1602367"/>
                  </a:lnTo>
                  <a:lnTo>
                    <a:pt x="2181541" y="1615067"/>
                  </a:lnTo>
                  <a:close/>
                </a:path>
                <a:path w="2470784" h="4259580">
                  <a:moveTo>
                    <a:pt x="2273702" y="1602367"/>
                  </a:moveTo>
                  <a:lnTo>
                    <a:pt x="2269370" y="1589667"/>
                  </a:lnTo>
                  <a:lnTo>
                    <a:pt x="2282958" y="1589667"/>
                  </a:lnTo>
                  <a:lnTo>
                    <a:pt x="2273702" y="1602367"/>
                  </a:lnTo>
                  <a:close/>
                </a:path>
                <a:path w="2470784" h="4259580">
                  <a:moveTo>
                    <a:pt x="2290144" y="1615067"/>
                  </a:moveTo>
                  <a:lnTo>
                    <a:pt x="2282266" y="1615067"/>
                  </a:lnTo>
                  <a:lnTo>
                    <a:pt x="2291719" y="1589667"/>
                  </a:lnTo>
                  <a:lnTo>
                    <a:pt x="2290144" y="1615067"/>
                  </a:lnTo>
                  <a:close/>
                </a:path>
                <a:path w="2470784" h="4259580">
                  <a:moveTo>
                    <a:pt x="2406132" y="1602367"/>
                  </a:moveTo>
                  <a:lnTo>
                    <a:pt x="2395597" y="1602367"/>
                  </a:lnTo>
                  <a:lnTo>
                    <a:pt x="2401997" y="1589667"/>
                  </a:lnTo>
                  <a:lnTo>
                    <a:pt x="2406132" y="1602367"/>
                  </a:lnTo>
                  <a:close/>
                </a:path>
                <a:path w="2470784" h="4259580">
                  <a:moveTo>
                    <a:pt x="2038280" y="1615067"/>
                  </a:moveTo>
                  <a:lnTo>
                    <a:pt x="2026562" y="1615067"/>
                  </a:lnTo>
                  <a:lnTo>
                    <a:pt x="2035326" y="1602367"/>
                  </a:lnTo>
                  <a:lnTo>
                    <a:pt x="2038280" y="1615067"/>
                  </a:lnTo>
                  <a:close/>
                </a:path>
                <a:path w="2470784" h="4259580">
                  <a:moveTo>
                    <a:pt x="2229885" y="1627767"/>
                  </a:moveTo>
                  <a:lnTo>
                    <a:pt x="2226538" y="1615067"/>
                  </a:lnTo>
                  <a:lnTo>
                    <a:pt x="2229098" y="1615067"/>
                  </a:lnTo>
                  <a:lnTo>
                    <a:pt x="2229885" y="1627767"/>
                  </a:lnTo>
                  <a:close/>
                </a:path>
                <a:path w="2470784" h="4259580">
                  <a:moveTo>
                    <a:pt x="2054329" y="1640467"/>
                  </a:moveTo>
                  <a:lnTo>
                    <a:pt x="2055511" y="1627767"/>
                  </a:lnTo>
                  <a:lnTo>
                    <a:pt x="2058169" y="1627767"/>
                  </a:lnTo>
                  <a:lnTo>
                    <a:pt x="2054329" y="1640467"/>
                  </a:lnTo>
                  <a:close/>
                </a:path>
                <a:path w="2470784" h="4259580">
                  <a:moveTo>
                    <a:pt x="2137924" y="1640467"/>
                  </a:moveTo>
                  <a:lnTo>
                    <a:pt x="2131327" y="1640467"/>
                  </a:lnTo>
                  <a:lnTo>
                    <a:pt x="2131229" y="1627767"/>
                  </a:lnTo>
                  <a:lnTo>
                    <a:pt x="2140287" y="1627767"/>
                  </a:lnTo>
                  <a:lnTo>
                    <a:pt x="2137924" y="1640467"/>
                  </a:lnTo>
                  <a:close/>
                </a:path>
                <a:path w="2470784" h="4259580">
                  <a:moveTo>
                    <a:pt x="2233824" y="1640467"/>
                  </a:moveTo>
                  <a:lnTo>
                    <a:pt x="2222796" y="1640467"/>
                  </a:lnTo>
                  <a:lnTo>
                    <a:pt x="2232840" y="1627767"/>
                  </a:lnTo>
                  <a:lnTo>
                    <a:pt x="2233824" y="1640467"/>
                  </a:lnTo>
                  <a:close/>
                </a:path>
                <a:path w="2470784" h="4259580">
                  <a:moveTo>
                    <a:pt x="2330907" y="1640467"/>
                  </a:moveTo>
                  <a:lnTo>
                    <a:pt x="2327067" y="1640467"/>
                  </a:lnTo>
                  <a:lnTo>
                    <a:pt x="2325787" y="1627767"/>
                  </a:lnTo>
                  <a:lnTo>
                    <a:pt x="2330907" y="1640467"/>
                  </a:lnTo>
                  <a:close/>
                </a:path>
                <a:path w="2470784" h="4259580">
                  <a:moveTo>
                    <a:pt x="2381322" y="1653167"/>
                  </a:moveTo>
                  <a:lnTo>
                    <a:pt x="2362022" y="1653167"/>
                  </a:lnTo>
                  <a:lnTo>
                    <a:pt x="2361628" y="1640467"/>
                  </a:lnTo>
                  <a:lnTo>
                    <a:pt x="2353948" y="1640467"/>
                  </a:lnTo>
                  <a:lnTo>
                    <a:pt x="2358576" y="1627767"/>
                  </a:lnTo>
                  <a:lnTo>
                    <a:pt x="2381322" y="1653167"/>
                  </a:lnTo>
                  <a:close/>
                </a:path>
                <a:path w="2470784" h="4259580">
                  <a:moveTo>
                    <a:pt x="2021344" y="1653167"/>
                  </a:moveTo>
                  <a:lnTo>
                    <a:pt x="2012580" y="1653167"/>
                  </a:lnTo>
                  <a:lnTo>
                    <a:pt x="2019768" y="1640467"/>
                  </a:lnTo>
                  <a:lnTo>
                    <a:pt x="2021344" y="1653167"/>
                  </a:lnTo>
                  <a:close/>
                </a:path>
                <a:path w="2470784" h="4259580">
                  <a:moveTo>
                    <a:pt x="2079339" y="1653167"/>
                  </a:moveTo>
                  <a:lnTo>
                    <a:pt x="2073726" y="1653167"/>
                  </a:lnTo>
                  <a:lnTo>
                    <a:pt x="2073726" y="1640467"/>
                  </a:lnTo>
                  <a:lnTo>
                    <a:pt x="2079339" y="1653167"/>
                  </a:lnTo>
                  <a:close/>
                </a:path>
                <a:path w="2470784" h="4259580">
                  <a:moveTo>
                    <a:pt x="2100902" y="1653167"/>
                  </a:moveTo>
                  <a:lnTo>
                    <a:pt x="2092632" y="1653167"/>
                  </a:lnTo>
                  <a:lnTo>
                    <a:pt x="2093124" y="1640467"/>
                  </a:lnTo>
                  <a:lnTo>
                    <a:pt x="2105136" y="1640467"/>
                  </a:lnTo>
                  <a:lnTo>
                    <a:pt x="2100902" y="1653167"/>
                  </a:lnTo>
                  <a:close/>
                </a:path>
                <a:path w="2470784" h="4259580">
                  <a:moveTo>
                    <a:pt x="2130339" y="1653167"/>
                  </a:moveTo>
                  <a:lnTo>
                    <a:pt x="2126991" y="1640467"/>
                  </a:lnTo>
                  <a:lnTo>
                    <a:pt x="2134672" y="1640467"/>
                  </a:lnTo>
                  <a:lnTo>
                    <a:pt x="2130339" y="1653167"/>
                  </a:lnTo>
                  <a:close/>
                </a:path>
                <a:path w="2470784" h="4259580">
                  <a:moveTo>
                    <a:pt x="2261985" y="1653167"/>
                  </a:moveTo>
                  <a:lnTo>
                    <a:pt x="2248299" y="1653167"/>
                  </a:lnTo>
                  <a:lnTo>
                    <a:pt x="2254305" y="1640467"/>
                  </a:lnTo>
                  <a:lnTo>
                    <a:pt x="2261985" y="1653167"/>
                  </a:lnTo>
                  <a:close/>
                </a:path>
                <a:path w="2470784" h="4259580">
                  <a:moveTo>
                    <a:pt x="2016224" y="1665867"/>
                  </a:moveTo>
                  <a:lnTo>
                    <a:pt x="2004310" y="1665867"/>
                  </a:lnTo>
                  <a:lnTo>
                    <a:pt x="2011498" y="1653167"/>
                  </a:lnTo>
                  <a:lnTo>
                    <a:pt x="2016224" y="1665867"/>
                  </a:lnTo>
                  <a:close/>
                </a:path>
                <a:path w="2470784" h="4259580">
                  <a:moveTo>
                    <a:pt x="2121084" y="1665867"/>
                  </a:moveTo>
                  <a:lnTo>
                    <a:pt x="2114191" y="1653167"/>
                  </a:lnTo>
                  <a:lnTo>
                    <a:pt x="2118130" y="1653167"/>
                  </a:lnTo>
                  <a:lnTo>
                    <a:pt x="2121084" y="1665867"/>
                  </a:lnTo>
                  <a:close/>
                </a:path>
                <a:path w="2470784" h="4259580">
                  <a:moveTo>
                    <a:pt x="2161257" y="1665867"/>
                  </a:moveTo>
                  <a:lnTo>
                    <a:pt x="2159485" y="1653167"/>
                  </a:lnTo>
                  <a:lnTo>
                    <a:pt x="2161848" y="1653167"/>
                  </a:lnTo>
                  <a:lnTo>
                    <a:pt x="2161257" y="1665867"/>
                  </a:lnTo>
                  <a:close/>
                </a:path>
                <a:path w="2470784" h="4259580">
                  <a:moveTo>
                    <a:pt x="2235695" y="1665867"/>
                  </a:moveTo>
                  <a:lnTo>
                    <a:pt x="2229787" y="1653167"/>
                  </a:lnTo>
                  <a:lnTo>
                    <a:pt x="2238550" y="1653167"/>
                  </a:lnTo>
                  <a:lnTo>
                    <a:pt x="2235695" y="1665867"/>
                  </a:lnTo>
                  <a:close/>
                </a:path>
                <a:path w="2470784" h="4259580">
                  <a:moveTo>
                    <a:pt x="2058465" y="1678567"/>
                  </a:moveTo>
                  <a:lnTo>
                    <a:pt x="2051769" y="1678567"/>
                  </a:lnTo>
                  <a:lnTo>
                    <a:pt x="2047338" y="1665867"/>
                  </a:lnTo>
                  <a:lnTo>
                    <a:pt x="2055806" y="1665867"/>
                  </a:lnTo>
                  <a:lnTo>
                    <a:pt x="2058465" y="1678567"/>
                  </a:lnTo>
                  <a:close/>
                </a:path>
                <a:path w="2470784" h="4259580">
                  <a:moveTo>
                    <a:pt x="2093519" y="1678567"/>
                  </a:moveTo>
                  <a:lnTo>
                    <a:pt x="2082983" y="1665867"/>
                  </a:lnTo>
                  <a:lnTo>
                    <a:pt x="2090663" y="1665867"/>
                  </a:lnTo>
                  <a:lnTo>
                    <a:pt x="2093519" y="1678567"/>
                  </a:lnTo>
                  <a:close/>
                </a:path>
                <a:path w="2470784" h="4259580">
                  <a:moveTo>
                    <a:pt x="2158401" y="1678567"/>
                  </a:moveTo>
                  <a:lnTo>
                    <a:pt x="2154167" y="1678567"/>
                  </a:lnTo>
                  <a:lnTo>
                    <a:pt x="2155250" y="1665867"/>
                  </a:lnTo>
                  <a:lnTo>
                    <a:pt x="2158401" y="1678567"/>
                  </a:lnTo>
                  <a:close/>
                </a:path>
                <a:path w="2470784" h="4259580">
                  <a:moveTo>
                    <a:pt x="2282367" y="1678567"/>
                  </a:moveTo>
                  <a:lnTo>
                    <a:pt x="2271241" y="1665867"/>
                  </a:lnTo>
                  <a:lnTo>
                    <a:pt x="2283253" y="1665867"/>
                  </a:lnTo>
                  <a:lnTo>
                    <a:pt x="2282367" y="1678567"/>
                  </a:lnTo>
                  <a:close/>
                </a:path>
                <a:path w="2470784" h="4259580">
                  <a:moveTo>
                    <a:pt x="2341147" y="1678567"/>
                  </a:moveTo>
                  <a:lnTo>
                    <a:pt x="2334550" y="1678567"/>
                  </a:lnTo>
                  <a:lnTo>
                    <a:pt x="2343608" y="1665867"/>
                  </a:lnTo>
                  <a:lnTo>
                    <a:pt x="2341147" y="1678567"/>
                  </a:lnTo>
                  <a:close/>
                </a:path>
                <a:path w="2470784" h="4259580">
                  <a:moveTo>
                    <a:pt x="2333567" y="1691267"/>
                  </a:moveTo>
                  <a:lnTo>
                    <a:pt x="2330220" y="1691267"/>
                  </a:lnTo>
                  <a:lnTo>
                    <a:pt x="2337998" y="1678567"/>
                  </a:lnTo>
                  <a:lnTo>
                    <a:pt x="2333567" y="1691267"/>
                  </a:lnTo>
                  <a:close/>
                </a:path>
                <a:path w="2470784" h="4259580">
                  <a:moveTo>
                    <a:pt x="2005985" y="1716667"/>
                  </a:moveTo>
                  <a:lnTo>
                    <a:pt x="1999092" y="1703967"/>
                  </a:lnTo>
                  <a:lnTo>
                    <a:pt x="1993480" y="1703967"/>
                  </a:lnTo>
                  <a:lnTo>
                    <a:pt x="1994760" y="1691267"/>
                  </a:lnTo>
                  <a:lnTo>
                    <a:pt x="2011696" y="1703967"/>
                  </a:lnTo>
                  <a:lnTo>
                    <a:pt x="2005985" y="1716667"/>
                  </a:lnTo>
                  <a:close/>
                </a:path>
                <a:path w="2470784" h="4259580">
                  <a:moveTo>
                    <a:pt x="2044381" y="1703967"/>
                  </a:moveTo>
                  <a:lnTo>
                    <a:pt x="2037193" y="1703967"/>
                  </a:lnTo>
                  <a:lnTo>
                    <a:pt x="2039950" y="1691267"/>
                  </a:lnTo>
                  <a:lnTo>
                    <a:pt x="2051470" y="1691267"/>
                  </a:lnTo>
                  <a:lnTo>
                    <a:pt x="2044381" y="1703967"/>
                  </a:lnTo>
                  <a:close/>
                </a:path>
                <a:path w="2470784" h="4259580">
                  <a:moveTo>
                    <a:pt x="2097753" y="1703967"/>
                  </a:moveTo>
                  <a:lnTo>
                    <a:pt x="2087020" y="1703967"/>
                  </a:lnTo>
                  <a:lnTo>
                    <a:pt x="2091648" y="1691267"/>
                  </a:lnTo>
                  <a:lnTo>
                    <a:pt x="2097753" y="1703967"/>
                  </a:lnTo>
                  <a:close/>
                </a:path>
                <a:path w="2470784" h="4259580">
                  <a:moveTo>
                    <a:pt x="2146588" y="1703967"/>
                  </a:moveTo>
                  <a:lnTo>
                    <a:pt x="2138219" y="1703967"/>
                  </a:lnTo>
                  <a:lnTo>
                    <a:pt x="2138220" y="1691267"/>
                  </a:lnTo>
                  <a:lnTo>
                    <a:pt x="2146588" y="1703967"/>
                  </a:lnTo>
                  <a:close/>
                </a:path>
                <a:path w="2470784" h="4259580">
                  <a:moveTo>
                    <a:pt x="2224569" y="1703967"/>
                  </a:moveTo>
                  <a:lnTo>
                    <a:pt x="2222009" y="1703967"/>
                  </a:lnTo>
                  <a:lnTo>
                    <a:pt x="2215904" y="1691267"/>
                  </a:lnTo>
                  <a:lnTo>
                    <a:pt x="2222993" y="1691267"/>
                  </a:lnTo>
                  <a:lnTo>
                    <a:pt x="2224569" y="1703967"/>
                  </a:lnTo>
                  <a:close/>
                </a:path>
                <a:path w="2470784" h="4259580">
                  <a:moveTo>
                    <a:pt x="1977624" y="1716667"/>
                  </a:moveTo>
                  <a:lnTo>
                    <a:pt x="1973981" y="1703967"/>
                  </a:lnTo>
                  <a:lnTo>
                    <a:pt x="1983335" y="1703967"/>
                  </a:lnTo>
                  <a:lnTo>
                    <a:pt x="1977624" y="1716667"/>
                  </a:lnTo>
                  <a:close/>
                </a:path>
                <a:path w="2470784" h="4259580">
                  <a:moveTo>
                    <a:pt x="2025381" y="1716667"/>
                  </a:moveTo>
                  <a:lnTo>
                    <a:pt x="2024298" y="1703967"/>
                  </a:lnTo>
                  <a:lnTo>
                    <a:pt x="2033652" y="1703967"/>
                  </a:lnTo>
                  <a:lnTo>
                    <a:pt x="2025381" y="1716667"/>
                  </a:lnTo>
                  <a:close/>
                </a:path>
                <a:path w="2470784" h="4259580">
                  <a:moveTo>
                    <a:pt x="2212851" y="1716667"/>
                  </a:moveTo>
                  <a:lnTo>
                    <a:pt x="2208026" y="1703967"/>
                  </a:lnTo>
                  <a:lnTo>
                    <a:pt x="2218562" y="1703967"/>
                  </a:lnTo>
                  <a:lnTo>
                    <a:pt x="2212851" y="1716667"/>
                  </a:lnTo>
                  <a:close/>
                </a:path>
                <a:path w="2470784" h="4259580">
                  <a:moveTo>
                    <a:pt x="1883989" y="1729367"/>
                  </a:moveTo>
                  <a:lnTo>
                    <a:pt x="1881823" y="1729367"/>
                  </a:lnTo>
                  <a:lnTo>
                    <a:pt x="1884284" y="1716667"/>
                  </a:lnTo>
                  <a:lnTo>
                    <a:pt x="1883989" y="1729367"/>
                  </a:lnTo>
                  <a:close/>
                </a:path>
                <a:path w="2470784" h="4259580">
                  <a:moveTo>
                    <a:pt x="2061910" y="1729367"/>
                  </a:moveTo>
                  <a:lnTo>
                    <a:pt x="2054722" y="1729367"/>
                  </a:lnTo>
                  <a:lnTo>
                    <a:pt x="2050390" y="1716667"/>
                  </a:lnTo>
                  <a:lnTo>
                    <a:pt x="2061319" y="1716667"/>
                  </a:lnTo>
                  <a:lnTo>
                    <a:pt x="2061910" y="1729367"/>
                  </a:lnTo>
                  <a:close/>
                </a:path>
                <a:path w="2470784" h="4259580">
                  <a:moveTo>
                    <a:pt x="1898956" y="1742067"/>
                  </a:moveTo>
                  <a:lnTo>
                    <a:pt x="1890980" y="1742067"/>
                  </a:lnTo>
                  <a:lnTo>
                    <a:pt x="1896789" y="1729367"/>
                  </a:lnTo>
                  <a:lnTo>
                    <a:pt x="1898956" y="1742067"/>
                  </a:lnTo>
                  <a:close/>
                </a:path>
                <a:path w="2470784" h="4259580">
                  <a:moveTo>
                    <a:pt x="1961084" y="1742067"/>
                  </a:moveTo>
                  <a:lnTo>
                    <a:pt x="1953699" y="1742067"/>
                  </a:lnTo>
                  <a:lnTo>
                    <a:pt x="1947397" y="1729367"/>
                  </a:lnTo>
                  <a:lnTo>
                    <a:pt x="1952616" y="1729367"/>
                  </a:lnTo>
                  <a:lnTo>
                    <a:pt x="1961084" y="1742067"/>
                  </a:lnTo>
                  <a:close/>
                </a:path>
                <a:path w="2470784" h="4259580">
                  <a:moveTo>
                    <a:pt x="1987965" y="1742067"/>
                  </a:moveTo>
                  <a:lnTo>
                    <a:pt x="1977036" y="1742067"/>
                  </a:lnTo>
                  <a:lnTo>
                    <a:pt x="1990033" y="1729367"/>
                  </a:lnTo>
                  <a:lnTo>
                    <a:pt x="1987965" y="1742067"/>
                  </a:lnTo>
                  <a:close/>
                </a:path>
                <a:path w="2470784" h="4259580">
                  <a:moveTo>
                    <a:pt x="2035323" y="1742067"/>
                  </a:moveTo>
                  <a:lnTo>
                    <a:pt x="2029218" y="1729367"/>
                  </a:lnTo>
                  <a:lnTo>
                    <a:pt x="2041034" y="1729367"/>
                  </a:lnTo>
                  <a:lnTo>
                    <a:pt x="2035323" y="1742067"/>
                  </a:lnTo>
                  <a:close/>
                </a:path>
                <a:path w="2470784" h="4259580">
                  <a:moveTo>
                    <a:pt x="2228605" y="1742067"/>
                  </a:moveTo>
                  <a:lnTo>
                    <a:pt x="2223485" y="1742067"/>
                  </a:lnTo>
                  <a:lnTo>
                    <a:pt x="2220039" y="1729367"/>
                  </a:lnTo>
                  <a:lnTo>
                    <a:pt x="2228605" y="1742067"/>
                  </a:lnTo>
                  <a:close/>
                </a:path>
                <a:path w="2470784" h="4259580">
                  <a:moveTo>
                    <a:pt x="1909097" y="1754767"/>
                  </a:moveTo>
                  <a:lnTo>
                    <a:pt x="1895608" y="1754767"/>
                  </a:lnTo>
                  <a:lnTo>
                    <a:pt x="1904863" y="1742067"/>
                  </a:lnTo>
                  <a:lnTo>
                    <a:pt x="1909097" y="1754767"/>
                  </a:lnTo>
                  <a:close/>
                </a:path>
                <a:path w="2470784" h="4259580">
                  <a:moveTo>
                    <a:pt x="1950648" y="1754767"/>
                  </a:moveTo>
                  <a:lnTo>
                    <a:pt x="1937454" y="1754767"/>
                  </a:lnTo>
                  <a:lnTo>
                    <a:pt x="1946512" y="1742067"/>
                  </a:lnTo>
                  <a:lnTo>
                    <a:pt x="1950648" y="1754767"/>
                  </a:lnTo>
                  <a:close/>
                </a:path>
                <a:path w="2470784" h="4259580">
                  <a:moveTo>
                    <a:pt x="2188333" y="1754767"/>
                  </a:moveTo>
                  <a:lnTo>
                    <a:pt x="2177010" y="1754767"/>
                  </a:lnTo>
                  <a:lnTo>
                    <a:pt x="2179373" y="1742067"/>
                  </a:lnTo>
                  <a:lnTo>
                    <a:pt x="2188333" y="1754767"/>
                  </a:lnTo>
                  <a:close/>
                </a:path>
                <a:path w="2470784" h="4259580">
                  <a:moveTo>
                    <a:pt x="2213146" y="1754767"/>
                  </a:moveTo>
                  <a:lnTo>
                    <a:pt x="2202314" y="1754767"/>
                  </a:lnTo>
                  <a:lnTo>
                    <a:pt x="2196013" y="1742067"/>
                  </a:lnTo>
                  <a:lnTo>
                    <a:pt x="2207435" y="1742067"/>
                  </a:lnTo>
                  <a:lnTo>
                    <a:pt x="2213146" y="1754767"/>
                  </a:lnTo>
                  <a:close/>
                </a:path>
                <a:path w="2470784" h="4259580">
                  <a:moveTo>
                    <a:pt x="2236975" y="1754767"/>
                  </a:moveTo>
                  <a:lnTo>
                    <a:pt x="2228606" y="1754767"/>
                  </a:lnTo>
                  <a:lnTo>
                    <a:pt x="2227621" y="1742067"/>
                  </a:lnTo>
                  <a:lnTo>
                    <a:pt x="2236975" y="1754767"/>
                  </a:lnTo>
                  <a:close/>
                </a:path>
                <a:path w="2470784" h="4259580">
                  <a:moveTo>
                    <a:pt x="2247707" y="1754767"/>
                  </a:moveTo>
                  <a:lnTo>
                    <a:pt x="2240519" y="1742067"/>
                  </a:lnTo>
                  <a:lnTo>
                    <a:pt x="2254697" y="1742067"/>
                  </a:lnTo>
                  <a:lnTo>
                    <a:pt x="2247707" y="1754767"/>
                  </a:lnTo>
                  <a:close/>
                </a:path>
                <a:path w="2470784" h="4259580">
                  <a:moveTo>
                    <a:pt x="2301073" y="1754767"/>
                  </a:moveTo>
                  <a:lnTo>
                    <a:pt x="2293295" y="1754767"/>
                  </a:lnTo>
                  <a:lnTo>
                    <a:pt x="2294870" y="1742067"/>
                  </a:lnTo>
                  <a:lnTo>
                    <a:pt x="2301073" y="1754767"/>
                  </a:lnTo>
                  <a:close/>
                </a:path>
                <a:path w="2470784" h="4259580">
                  <a:moveTo>
                    <a:pt x="1753522" y="1767467"/>
                  </a:moveTo>
                  <a:lnTo>
                    <a:pt x="1749583" y="1754767"/>
                  </a:lnTo>
                  <a:lnTo>
                    <a:pt x="1751749" y="1754767"/>
                  </a:lnTo>
                  <a:lnTo>
                    <a:pt x="1753522" y="1767467"/>
                  </a:lnTo>
                  <a:close/>
                </a:path>
                <a:path w="2470784" h="4259580">
                  <a:moveTo>
                    <a:pt x="1879952" y="1767467"/>
                  </a:moveTo>
                  <a:lnTo>
                    <a:pt x="1876112" y="1767467"/>
                  </a:lnTo>
                  <a:lnTo>
                    <a:pt x="1879853" y="1754767"/>
                  </a:lnTo>
                  <a:lnTo>
                    <a:pt x="1879952" y="1767467"/>
                  </a:lnTo>
                  <a:close/>
                </a:path>
                <a:path w="2470784" h="4259580">
                  <a:moveTo>
                    <a:pt x="2039556" y="1767467"/>
                  </a:moveTo>
                  <a:lnTo>
                    <a:pt x="2023408" y="1767467"/>
                  </a:lnTo>
                  <a:lnTo>
                    <a:pt x="2019765" y="1754767"/>
                  </a:lnTo>
                  <a:lnTo>
                    <a:pt x="2039556" y="1767467"/>
                  </a:lnTo>
                  <a:close/>
                </a:path>
                <a:path w="2470784" h="4259580">
                  <a:moveTo>
                    <a:pt x="2328152" y="1767467"/>
                  </a:moveTo>
                  <a:lnTo>
                    <a:pt x="2326084" y="1754767"/>
                  </a:lnTo>
                  <a:lnTo>
                    <a:pt x="2329432" y="1754767"/>
                  </a:lnTo>
                  <a:lnTo>
                    <a:pt x="2328152" y="1767467"/>
                  </a:lnTo>
                  <a:close/>
                </a:path>
                <a:path w="2470784" h="4259580">
                  <a:moveTo>
                    <a:pt x="1952223" y="1780167"/>
                  </a:moveTo>
                  <a:lnTo>
                    <a:pt x="1946414" y="1780167"/>
                  </a:lnTo>
                  <a:lnTo>
                    <a:pt x="1945527" y="1767467"/>
                  </a:lnTo>
                  <a:lnTo>
                    <a:pt x="1954488" y="1767467"/>
                  </a:lnTo>
                  <a:lnTo>
                    <a:pt x="1952223" y="1780167"/>
                  </a:lnTo>
                  <a:close/>
                </a:path>
                <a:path w="2470784" h="4259580">
                  <a:moveTo>
                    <a:pt x="2014645" y="1780167"/>
                  </a:moveTo>
                  <a:lnTo>
                    <a:pt x="1987075" y="1780167"/>
                  </a:lnTo>
                  <a:lnTo>
                    <a:pt x="2010412" y="1767467"/>
                  </a:lnTo>
                  <a:lnTo>
                    <a:pt x="2014645" y="1780167"/>
                  </a:lnTo>
                  <a:close/>
                </a:path>
                <a:path w="2470784" h="4259580">
                  <a:moveTo>
                    <a:pt x="2077662" y="1780167"/>
                  </a:moveTo>
                  <a:lnTo>
                    <a:pt x="2072148" y="1767467"/>
                  </a:lnTo>
                  <a:lnTo>
                    <a:pt x="2084948" y="1767467"/>
                  </a:lnTo>
                  <a:lnTo>
                    <a:pt x="2077662" y="1780167"/>
                  </a:lnTo>
                  <a:close/>
                </a:path>
                <a:path w="2470784" h="4259580">
                  <a:moveTo>
                    <a:pt x="2258636" y="1780167"/>
                  </a:moveTo>
                  <a:lnTo>
                    <a:pt x="2256273" y="1780167"/>
                  </a:lnTo>
                  <a:lnTo>
                    <a:pt x="2252137" y="1767467"/>
                  </a:lnTo>
                  <a:lnTo>
                    <a:pt x="2258636" y="1780167"/>
                  </a:lnTo>
                  <a:close/>
                </a:path>
                <a:path w="2470784" h="4259580">
                  <a:moveTo>
                    <a:pt x="2076185" y="1792867"/>
                  </a:moveTo>
                  <a:lnTo>
                    <a:pt x="2071460" y="1792867"/>
                  </a:lnTo>
                  <a:lnTo>
                    <a:pt x="2069982" y="1780167"/>
                  </a:lnTo>
                  <a:lnTo>
                    <a:pt x="2076185" y="1792867"/>
                  </a:lnTo>
                  <a:close/>
                </a:path>
                <a:path w="2470784" h="4259580">
                  <a:moveTo>
                    <a:pt x="2112320" y="1805567"/>
                  </a:moveTo>
                  <a:lnTo>
                    <a:pt x="2091840" y="1805567"/>
                  </a:lnTo>
                  <a:lnTo>
                    <a:pt x="2095483" y="1792867"/>
                  </a:lnTo>
                  <a:lnTo>
                    <a:pt x="2099225" y="1792867"/>
                  </a:lnTo>
                  <a:lnTo>
                    <a:pt x="2103951" y="1780167"/>
                  </a:lnTo>
                  <a:lnTo>
                    <a:pt x="2113502" y="1780167"/>
                  </a:lnTo>
                  <a:lnTo>
                    <a:pt x="2112320" y="1805567"/>
                  </a:lnTo>
                  <a:close/>
                </a:path>
                <a:path w="2470784" h="4259580">
                  <a:moveTo>
                    <a:pt x="2159878" y="1792867"/>
                  </a:moveTo>
                  <a:lnTo>
                    <a:pt x="2154857" y="1780167"/>
                  </a:lnTo>
                  <a:lnTo>
                    <a:pt x="2164309" y="1780167"/>
                  </a:lnTo>
                  <a:lnTo>
                    <a:pt x="2159878" y="1792867"/>
                  </a:lnTo>
                  <a:close/>
                </a:path>
                <a:path w="2470784" h="4259580">
                  <a:moveTo>
                    <a:pt x="2191287" y="1792867"/>
                  </a:moveTo>
                  <a:lnTo>
                    <a:pt x="2180653" y="1780167"/>
                  </a:lnTo>
                  <a:lnTo>
                    <a:pt x="2193256" y="1780167"/>
                  </a:lnTo>
                  <a:lnTo>
                    <a:pt x="2191287" y="1792867"/>
                  </a:lnTo>
                  <a:close/>
                </a:path>
                <a:path w="2470784" h="4259580">
                  <a:moveTo>
                    <a:pt x="2370294" y="1792867"/>
                  </a:moveTo>
                  <a:lnTo>
                    <a:pt x="2362614" y="1780167"/>
                  </a:lnTo>
                  <a:lnTo>
                    <a:pt x="2366749" y="1780167"/>
                  </a:lnTo>
                  <a:lnTo>
                    <a:pt x="2370294" y="1792867"/>
                  </a:lnTo>
                  <a:close/>
                </a:path>
                <a:path w="2470784" h="4259580">
                  <a:moveTo>
                    <a:pt x="1883497" y="1805567"/>
                  </a:moveTo>
                  <a:lnTo>
                    <a:pt x="1878377" y="1805567"/>
                  </a:lnTo>
                  <a:lnTo>
                    <a:pt x="1877491" y="1792867"/>
                  </a:lnTo>
                  <a:lnTo>
                    <a:pt x="1891768" y="1792867"/>
                  </a:lnTo>
                  <a:lnTo>
                    <a:pt x="1883497" y="1805567"/>
                  </a:lnTo>
                  <a:close/>
                </a:path>
                <a:path w="2470784" h="4259580">
                  <a:moveTo>
                    <a:pt x="1917171" y="1805567"/>
                  </a:moveTo>
                  <a:lnTo>
                    <a:pt x="1914709" y="1805567"/>
                  </a:lnTo>
                  <a:lnTo>
                    <a:pt x="1905945" y="1792867"/>
                  </a:lnTo>
                  <a:lnTo>
                    <a:pt x="1918450" y="1792867"/>
                  </a:lnTo>
                  <a:lnTo>
                    <a:pt x="1917171" y="1805567"/>
                  </a:lnTo>
                  <a:close/>
                </a:path>
                <a:path w="2470784" h="4259580">
                  <a:moveTo>
                    <a:pt x="1967682" y="1805567"/>
                  </a:moveTo>
                  <a:lnTo>
                    <a:pt x="1959214" y="1805567"/>
                  </a:lnTo>
                  <a:lnTo>
                    <a:pt x="1968469" y="1792867"/>
                  </a:lnTo>
                  <a:lnTo>
                    <a:pt x="1967682" y="1805567"/>
                  </a:lnTo>
                  <a:close/>
                </a:path>
                <a:path w="2470784" h="4259580">
                  <a:moveTo>
                    <a:pt x="2141958" y="1805567"/>
                  </a:moveTo>
                  <a:lnTo>
                    <a:pt x="2140678" y="1792867"/>
                  </a:lnTo>
                  <a:lnTo>
                    <a:pt x="2153872" y="1792867"/>
                  </a:lnTo>
                  <a:lnTo>
                    <a:pt x="2141958" y="1805567"/>
                  </a:lnTo>
                  <a:close/>
                </a:path>
                <a:path w="2470784" h="4259580">
                  <a:moveTo>
                    <a:pt x="2242784" y="1818267"/>
                  </a:moveTo>
                  <a:lnTo>
                    <a:pt x="2238058" y="1818267"/>
                  </a:lnTo>
                  <a:lnTo>
                    <a:pt x="2226636" y="1805567"/>
                  </a:lnTo>
                  <a:lnTo>
                    <a:pt x="2222993" y="1792867"/>
                  </a:lnTo>
                  <a:lnTo>
                    <a:pt x="2241603" y="1805567"/>
                  </a:lnTo>
                  <a:lnTo>
                    <a:pt x="2242784" y="1818267"/>
                  </a:lnTo>
                  <a:close/>
                </a:path>
                <a:path w="2470784" h="4259580">
                  <a:moveTo>
                    <a:pt x="2011790" y="1818267"/>
                  </a:moveTo>
                  <a:lnTo>
                    <a:pt x="2000565" y="1818267"/>
                  </a:lnTo>
                  <a:lnTo>
                    <a:pt x="2006571" y="1805567"/>
                  </a:lnTo>
                  <a:lnTo>
                    <a:pt x="2011790" y="1818267"/>
                  </a:lnTo>
                  <a:close/>
                </a:path>
                <a:path w="2470784" h="4259580">
                  <a:moveTo>
                    <a:pt x="2022129" y="1818267"/>
                  </a:moveTo>
                  <a:lnTo>
                    <a:pt x="2014843" y="1805567"/>
                  </a:lnTo>
                  <a:lnTo>
                    <a:pt x="2026265" y="1805567"/>
                  </a:lnTo>
                  <a:lnTo>
                    <a:pt x="2022129" y="1818267"/>
                  </a:lnTo>
                  <a:close/>
                </a:path>
                <a:path w="2470784" h="4259580">
                  <a:moveTo>
                    <a:pt x="2152099" y="1818267"/>
                  </a:moveTo>
                  <a:lnTo>
                    <a:pt x="2145207" y="1818267"/>
                  </a:lnTo>
                  <a:lnTo>
                    <a:pt x="2157711" y="1805567"/>
                  </a:lnTo>
                  <a:lnTo>
                    <a:pt x="2152099" y="1818267"/>
                  </a:lnTo>
                  <a:close/>
                </a:path>
                <a:path w="2470784" h="4259580">
                  <a:moveTo>
                    <a:pt x="2288175" y="1818267"/>
                  </a:moveTo>
                  <a:lnTo>
                    <a:pt x="2284728" y="1818267"/>
                  </a:lnTo>
                  <a:lnTo>
                    <a:pt x="2275473" y="1805567"/>
                  </a:lnTo>
                  <a:lnTo>
                    <a:pt x="2288175" y="1818267"/>
                  </a:lnTo>
                  <a:close/>
                </a:path>
                <a:path w="2470784" h="4259580">
                  <a:moveTo>
                    <a:pt x="2295855" y="1818267"/>
                  </a:moveTo>
                  <a:lnTo>
                    <a:pt x="2293393" y="1818267"/>
                  </a:lnTo>
                  <a:lnTo>
                    <a:pt x="2297529" y="1805567"/>
                  </a:lnTo>
                  <a:lnTo>
                    <a:pt x="2295855" y="1818267"/>
                  </a:lnTo>
                  <a:close/>
                </a:path>
                <a:path w="2470784" h="4259580">
                  <a:moveTo>
                    <a:pt x="1881036" y="1830967"/>
                  </a:moveTo>
                  <a:lnTo>
                    <a:pt x="1875325" y="1830967"/>
                  </a:lnTo>
                  <a:lnTo>
                    <a:pt x="1881626" y="1818267"/>
                  </a:lnTo>
                  <a:lnTo>
                    <a:pt x="1881036" y="1830967"/>
                  </a:lnTo>
                  <a:close/>
                </a:path>
                <a:path w="2470784" h="4259580">
                  <a:moveTo>
                    <a:pt x="1896985" y="1830967"/>
                  </a:moveTo>
                  <a:lnTo>
                    <a:pt x="1888911" y="1830967"/>
                  </a:lnTo>
                  <a:lnTo>
                    <a:pt x="1885760" y="1818267"/>
                  </a:lnTo>
                  <a:lnTo>
                    <a:pt x="1895508" y="1818267"/>
                  </a:lnTo>
                  <a:lnTo>
                    <a:pt x="1896985" y="1830967"/>
                  </a:lnTo>
                  <a:close/>
                </a:path>
                <a:path w="2470784" h="4259580">
                  <a:moveTo>
                    <a:pt x="1925835" y="1830967"/>
                  </a:moveTo>
                  <a:lnTo>
                    <a:pt x="1929872" y="1818267"/>
                  </a:lnTo>
                  <a:lnTo>
                    <a:pt x="1937060" y="1818267"/>
                  </a:lnTo>
                  <a:lnTo>
                    <a:pt x="1925835" y="1830967"/>
                  </a:lnTo>
                  <a:close/>
                </a:path>
                <a:path w="2470784" h="4259580">
                  <a:moveTo>
                    <a:pt x="1972799" y="1830967"/>
                  </a:moveTo>
                  <a:lnTo>
                    <a:pt x="1964725" y="1830967"/>
                  </a:lnTo>
                  <a:lnTo>
                    <a:pt x="1957143" y="1818267"/>
                  </a:lnTo>
                  <a:lnTo>
                    <a:pt x="1972799" y="1830967"/>
                  </a:lnTo>
                  <a:close/>
                </a:path>
                <a:path w="2470784" h="4259580">
                  <a:moveTo>
                    <a:pt x="2113797" y="1830967"/>
                  </a:moveTo>
                  <a:lnTo>
                    <a:pt x="2111632" y="1830967"/>
                  </a:lnTo>
                  <a:lnTo>
                    <a:pt x="2115078" y="1818267"/>
                  </a:lnTo>
                  <a:lnTo>
                    <a:pt x="2113797" y="1830967"/>
                  </a:lnTo>
                  <a:close/>
                </a:path>
                <a:path w="2470784" h="4259580">
                  <a:moveTo>
                    <a:pt x="2207927" y="1830967"/>
                  </a:moveTo>
                  <a:lnTo>
                    <a:pt x="2198376" y="1830967"/>
                  </a:lnTo>
                  <a:lnTo>
                    <a:pt x="2191385" y="1818267"/>
                  </a:lnTo>
                  <a:lnTo>
                    <a:pt x="2219250" y="1818267"/>
                  </a:lnTo>
                  <a:lnTo>
                    <a:pt x="2207927" y="1830967"/>
                  </a:lnTo>
                  <a:close/>
                </a:path>
                <a:path w="2470784" h="4259580">
                  <a:moveTo>
                    <a:pt x="2319191" y="1830967"/>
                  </a:moveTo>
                  <a:lnTo>
                    <a:pt x="2307277" y="1830967"/>
                  </a:lnTo>
                  <a:lnTo>
                    <a:pt x="2316828" y="1818267"/>
                  </a:lnTo>
                  <a:lnTo>
                    <a:pt x="2319191" y="1830967"/>
                  </a:lnTo>
                  <a:close/>
                </a:path>
                <a:path w="2470784" h="4259580">
                  <a:moveTo>
                    <a:pt x="1922784" y="1843667"/>
                  </a:moveTo>
                  <a:lnTo>
                    <a:pt x="1918058" y="1843667"/>
                  </a:lnTo>
                  <a:lnTo>
                    <a:pt x="1913036" y="1830967"/>
                  </a:lnTo>
                  <a:lnTo>
                    <a:pt x="1926920" y="1830967"/>
                  </a:lnTo>
                  <a:lnTo>
                    <a:pt x="1922784" y="1843667"/>
                  </a:lnTo>
                  <a:close/>
                </a:path>
                <a:path w="2470784" h="4259580">
                  <a:moveTo>
                    <a:pt x="2120395" y="1843667"/>
                  </a:moveTo>
                  <a:lnTo>
                    <a:pt x="2109268" y="1843667"/>
                  </a:lnTo>
                  <a:lnTo>
                    <a:pt x="2121674" y="1830967"/>
                  </a:lnTo>
                  <a:lnTo>
                    <a:pt x="2120395" y="1843667"/>
                  </a:lnTo>
                  <a:close/>
                </a:path>
                <a:path w="2470784" h="4259580">
                  <a:moveTo>
                    <a:pt x="2239731" y="1843667"/>
                  </a:moveTo>
                  <a:lnTo>
                    <a:pt x="2237959" y="1830967"/>
                  </a:lnTo>
                  <a:lnTo>
                    <a:pt x="2240420" y="1830967"/>
                  </a:lnTo>
                  <a:lnTo>
                    <a:pt x="2239731" y="1843667"/>
                  </a:lnTo>
                  <a:close/>
                </a:path>
                <a:path w="2470784" h="4259580">
                  <a:moveTo>
                    <a:pt x="2279412" y="1843667"/>
                  </a:moveTo>
                  <a:lnTo>
                    <a:pt x="2274686" y="1843667"/>
                  </a:lnTo>
                  <a:lnTo>
                    <a:pt x="2273209" y="1830967"/>
                  </a:lnTo>
                  <a:lnTo>
                    <a:pt x="2279412" y="1843667"/>
                  </a:lnTo>
                  <a:close/>
                </a:path>
                <a:path w="2470784" h="4259580">
                  <a:moveTo>
                    <a:pt x="1953010" y="1856367"/>
                  </a:moveTo>
                  <a:lnTo>
                    <a:pt x="1941785" y="1856367"/>
                  </a:lnTo>
                  <a:lnTo>
                    <a:pt x="1946610" y="1843667"/>
                  </a:lnTo>
                  <a:lnTo>
                    <a:pt x="1953010" y="1856367"/>
                  </a:lnTo>
                  <a:close/>
                </a:path>
                <a:path w="2470784" h="4259580">
                  <a:moveTo>
                    <a:pt x="1986587" y="1856367"/>
                  </a:moveTo>
                  <a:lnTo>
                    <a:pt x="1975264" y="1856367"/>
                  </a:lnTo>
                  <a:lnTo>
                    <a:pt x="1985306" y="1843667"/>
                  </a:lnTo>
                  <a:lnTo>
                    <a:pt x="1986587" y="1856367"/>
                  </a:lnTo>
                  <a:close/>
                </a:path>
                <a:path w="2470784" h="4259580">
                  <a:moveTo>
                    <a:pt x="2084554" y="1856367"/>
                  </a:moveTo>
                  <a:lnTo>
                    <a:pt x="2080714" y="1843667"/>
                  </a:lnTo>
                  <a:lnTo>
                    <a:pt x="2094991" y="1843667"/>
                  </a:lnTo>
                  <a:lnTo>
                    <a:pt x="2084554" y="1856367"/>
                  </a:lnTo>
                  <a:close/>
                </a:path>
                <a:path w="2470784" h="4259580">
                  <a:moveTo>
                    <a:pt x="2170906" y="1856367"/>
                  </a:moveTo>
                  <a:lnTo>
                    <a:pt x="2159484" y="1856367"/>
                  </a:lnTo>
                  <a:lnTo>
                    <a:pt x="2164999" y="1843667"/>
                  </a:lnTo>
                  <a:lnTo>
                    <a:pt x="2170906" y="1856367"/>
                  </a:lnTo>
                  <a:close/>
                </a:path>
                <a:path w="2470784" h="4259580">
                  <a:moveTo>
                    <a:pt x="2229492" y="1856367"/>
                  </a:moveTo>
                  <a:lnTo>
                    <a:pt x="2222501" y="1856367"/>
                  </a:lnTo>
                  <a:lnTo>
                    <a:pt x="2217676" y="1843667"/>
                  </a:lnTo>
                  <a:lnTo>
                    <a:pt x="2219941" y="1843667"/>
                  </a:lnTo>
                  <a:lnTo>
                    <a:pt x="2229492" y="1856367"/>
                  </a:lnTo>
                  <a:close/>
                </a:path>
                <a:path w="2470784" h="4259580">
                  <a:moveTo>
                    <a:pt x="2308262" y="1856367"/>
                  </a:moveTo>
                  <a:lnTo>
                    <a:pt x="2302058" y="1856367"/>
                  </a:lnTo>
                  <a:lnTo>
                    <a:pt x="2295067" y="1843667"/>
                  </a:lnTo>
                  <a:lnTo>
                    <a:pt x="2302649" y="1843667"/>
                  </a:lnTo>
                  <a:lnTo>
                    <a:pt x="2308262" y="1856367"/>
                  </a:lnTo>
                  <a:close/>
                </a:path>
                <a:path w="2470784" h="4259580">
                  <a:moveTo>
                    <a:pt x="1700548" y="1869067"/>
                  </a:moveTo>
                  <a:lnTo>
                    <a:pt x="1693558" y="1869067"/>
                  </a:lnTo>
                  <a:lnTo>
                    <a:pt x="1692277" y="1856367"/>
                  </a:lnTo>
                  <a:lnTo>
                    <a:pt x="1700548" y="1869067"/>
                  </a:lnTo>
                  <a:close/>
                </a:path>
                <a:path w="2470784" h="4259580">
                  <a:moveTo>
                    <a:pt x="1913036" y="1869067"/>
                  </a:moveTo>
                  <a:lnTo>
                    <a:pt x="1902697" y="1869067"/>
                  </a:lnTo>
                  <a:lnTo>
                    <a:pt x="1904666" y="1856367"/>
                  </a:lnTo>
                  <a:lnTo>
                    <a:pt x="1913036" y="1869067"/>
                  </a:lnTo>
                  <a:close/>
                </a:path>
                <a:path w="2470784" h="4259580">
                  <a:moveTo>
                    <a:pt x="1969057" y="1869067"/>
                  </a:moveTo>
                  <a:lnTo>
                    <a:pt x="1961181" y="1869067"/>
                  </a:lnTo>
                  <a:lnTo>
                    <a:pt x="1959999" y="1856367"/>
                  </a:lnTo>
                  <a:lnTo>
                    <a:pt x="1969057" y="1869067"/>
                  </a:lnTo>
                  <a:close/>
                </a:path>
                <a:path w="2470784" h="4259580">
                  <a:moveTo>
                    <a:pt x="2001648" y="1869067"/>
                  </a:moveTo>
                  <a:lnTo>
                    <a:pt x="1998990" y="1856367"/>
                  </a:lnTo>
                  <a:lnTo>
                    <a:pt x="2010510" y="1856367"/>
                  </a:lnTo>
                  <a:lnTo>
                    <a:pt x="2001648" y="1869067"/>
                  </a:lnTo>
                  <a:close/>
                </a:path>
                <a:path w="2470784" h="4259580">
                  <a:moveTo>
                    <a:pt x="2110450" y="1869067"/>
                  </a:moveTo>
                  <a:lnTo>
                    <a:pt x="2088985" y="1869067"/>
                  </a:lnTo>
                  <a:lnTo>
                    <a:pt x="2098733" y="1856367"/>
                  </a:lnTo>
                  <a:lnTo>
                    <a:pt x="2110450" y="1869067"/>
                  </a:lnTo>
                  <a:close/>
                </a:path>
                <a:path w="2470784" h="4259580">
                  <a:moveTo>
                    <a:pt x="2138708" y="1869067"/>
                  </a:moveTo>
                  <a:lnTo>
                    <a:pt x="2134278" y="1869067"/>
                  </a:lnTo>
                  <a:lnTo>
                    <a:pt x="2133096" y="1856367"/>
                  </a:lnTo>
                  <a:lnTo>
                    <a:pt x="2138708" y="1869067"/>
                  </a:lnTo>
                  <a:close/>
                </a:path>
                <a:path w="2470784" h="4259580">
                  <a:moveTo>
                    <a:pt x="2209404" y="1869067"/>
                  </a:moveTo>
                  <a:lnTo>
                    <a:pt x="2203595" y="1856367"/>
                  </a:lnTo>
                  <a:lnTo>
                    <a:pt x="2215017" y="1856367"/>
                  </a:lnTo>
                  <a:lnTo>
                    <a:pt x="2209404" y="1869067"/>
                  </a:lnTo>
                  <a:close/>
                </a:path>
                <a:path w="2470784" h="4259580">
                  <a:moveTo>
                    <a:pt x="2302453" y="1869067"/>
                  </a:moveTo>
                  <a:lnTo>
                    <a:pt x="2299302" y="1856367"/>
                  </a:lnTo>
                  <a:lnTo>
                    <a:pt x="2304520" y="1856367"/>
                  </a:lnTo>
                  <a:lnTo>
                    <a:pt x="2302453" y="1869067"/>
                  </a:lnTo>
                  <a:close/>
                </a:path>
                <a:path w="2470784" h="4259580">
                  <a:moveTo>
                    <a:pt x="1927509" y="1881767"/>
                  </a:moveTo>
                  <a:lnTo>
                    <a:pt x="1921404" y="1881767"/>
                  </a:lnTo>
                  <a:lnTo>
                    <a:pt x="1923964" y="1869067"/>
                  </a:lnTo>
                  <a:lnTo>
                    <a:pt x="1935484" y="1869067"/>
                  </a:lnTo>
                  <a:lnTo>
                    <a:pt x="1927509" y="1881767"/>
                  </a:lnTo>
                  <a:close/>
                </a:path>
                <a:path w="2470784" h="4259580">
                  <a:moveTo>
                    <a:pt x="2176026" y="1881767"/>
                  </a:moveTo>
                  <a:lnTo>
                    <a:pt x="2167953" y="1881767"/>
                  </a:lnTo>
                  <a:lnTo>
                    <a:pt x="2160371" y="1869067"/>
                  </a:lnTo>
                  <a:lnTo>
                    <a:pt x="2176026" y="1881767"/>
                  </a:lnTo>
                  <a:close/>
                </a:path>
                <a:path w="2470784" h="4259580">
                  <a:moveTo>
                    <a:pt x="2192961" y="1881767"/>
                  </a:moveTo>
                  <a:lnTo>
                    <a:pt x="2190598" y="1869067"/>
                  </a:lnTo>
                  <a:lnTo>
                    <a:pt x="2194143" y="1869067"/>
                  </a:lnTo>
                  <a:lnTo>
                    <a:pt x="2192961" y="1881767"/>
                  </a:lnTo>
                  <a:close/>
                </a:path>
                <a:path w="2470784" h="4259580">
                  <a:moveTo>
                    <a:pt x="1812604" y="1894467"/>
                  </a:moveTo>
                  <a:lnTo>
                    <a:pt x="1806007" y="1881767"/>
                  </a:lnTo>
                  <a:lnTo>
                    <a:pt x="1808665" y="1881767"/>
                  </a:lnTo>
                  <a:lnTo>
                    <a:pt x="1812604" y="1894467"/>
                  </a:lnTo>
                  <a:close/>
                </a:path>
                <a:path w="2470784" h="4259580">
                  <a:moveTo>
                    <a:pt x="1992888" y="1894467"/>
                  </a:moveTo>
                  <a:lnTo>
                    <a:pt x="1986684" y="1894467"/>
                  </a:lnTo>
                  <a:lnTo>
                    <a:pt x="1986487" y="1881767"/>
                  </a:lnTo>
                  <a:lnTo>
                    <a:pt x="1999485" y="1881767"/>
                  </a:lnTo>
                  <a:lnTo>
                    <a:pt x="1992888" y="1894467"/>
                  </a:lnTo>
                  <a:close/>
                </a:path>
                <a:path w="2470784" h="4259580">
                  <a:moveTo>
                    <a:pt x="1807577" y="1907167"/>
                  </a:moveTo>
                  <a:lnTo>
                    <a:pt x="1794875" y="1907167"/>
                  </a:lnTo>
                  <a:lnTo>
                    <a:pt x="1796057" y="1894467"/>
                  </a:lnTo>
                  <a:lnTo>
                    <a:pt x="1807577" y="1907167"/>
                  </a:lnTo>
                  <a:close/>
                </a:path>
                <a:path w="2470784" h="4259580">
                  <a:moveTo>
                    <a:pt x="1833871" y="1907167"/>
                  </a:moveTo>
                  <a:lnTo>
                    <a:pt x="1831606" y="1907167"/>
                  </a:lnTo>
                  <a:lnTo>
                    <a:pt x="1831311" y="1894467"/>
                  </a:lnTo>
                  <a:lnTo>
                    <a:pt x="1833871" y="1907167"/>
                  </a:lnTo>
                  <a:close/>
                </a:path>
                <a:path w="2470784" h="4259580">
                  <a:moveTo>
                    <a:pt x="1879559" y="1907167"/>
                  </a:moveTo>
                  <a:lnTo>
                    <a:pt x="1874439" y="1894467"/>
                  </a:lnTo>
                  <a:lnTo>
                    <a:pt x="1884777" y="1894467"/>
                  </a:lnTo>
                  <a:lnTo>
                    <a:pt x="1879559" y="1907167"/>
                  </a:lnTo>
                  <a:close/>
                </a:path>
                <a:path w="2470784" h="4259580">
                  <a:moveTo>
                    <a:pt x="1902302" y="1907167"/>
                  </a:moveTo>
                  <a:lnTo>
                    <a:pt x="1896789" y="1907167"/>
                  </a:lnTo>
                  <a:lnTo>
                    <a:pt x="1898758" y="1894467"/>
                  </a:lnTo>
                  <a:lnTo>
                    <a:pt x="1911361" y="1894467"/>
                  </a:lnTo>
                  <a:lnTo>
                    <a:pt x="1902302" y="1907167"/>
                  </a:lnTo>
                  <a:close/>
                </a:path>
                <a:path w="2470784" h="4259580">
                  <a:moveTo>
                    <a:pt x="1929869" y="1907167"/>
                  </a:moveTo>
                  <a:lnTo>
                    <a:pt x="1920318" y="1907167"/>
                  </a:lnTo>
                  <a:lnTo>
                    <a:pt x="1917167" y="1894467"/>
                  </a:lnTo>
                  <a:lnTo>
                    <a:pt x="1925438" y="1894467"/>
                  </a:lnTo>
                  <a:lnTo>
                    <a:pt x="1929869" y="1907167"/>
                  </a:lnTo>
                  <a:close/>
                </a:path>
                <a:path w="2470784" h="4259580">
                  <a:moveTo>
                    <a:pt x="1946415" y="1907167"/>
                  </a:moveTo>
                  <a:lnTo>
                    <a:pt x="1939325" y="1907167"/>
                  </a:lnTo>
                  <a:lnTo>
                    <a:pt x="1933614" y="1894467"/>
                  </a:lnTo>
                  <a:lnTo>
                    <a:pt x="1945824" y="1894467"/>
                  </a:lnTo>
                  <a:lnTo>
                    <a:pt x="1946415" y="1907167"/>
                  </a:lnTo>
                  <a:close/>
                </a:path>
                <a:path w="2470784" h="4259580">
                  <a:moveTo>
                    <a:pt x="2041822" y="1907167"/>
                  </a:moveTo>
                  <a:lnTo>
                    <a:pt x="2042708" y="1894467"/>
                  </a:lnTo>
                  <a:lnTo>
                    <a:pt x="2049895" y="1894467"/>
                  </a:lnTo>
                  <a:lnTo>
                    <a:pt x="2041822" y="1907167"/>
                  </a:lnTo>
                  <a:close/>
                </a:path>
                <a:path w="2470784" h="4259580">
                  <a:moveTo>
                    <a:pt x="2152197" y="1907167"/>
                  </a:moveTo>
                  <a:lnTo>
                    <a:pt x="2145010" y="1894467"/>
                  </a:lnTo>
                  <a:lnTo>
                    <a:pt x="2156235" y="1894467"/>
                  </a:lnTo>
                  <a:lnTo>
                    <a:pt x="2152197" y="1907167"/>
                  </a:lnTo>
                  <a:close/>
                </a:path>
                <a:path w="2470784" h="4259580">
                  <a:moveTo>
                    <a:pt x="2181638" y="1907167"/>
                  </a:moveTo>
                  <a:lnTo>
                    <a:pt x="2178488" y="1894467"/>
                  </a:lnTo>
                  <a:lnTo>
                    <a:pt x="2189614" y="1894467"/>
                  </a:lnTo>
                  <a:lnTo>
                    <a:pt x="2181638" y="1907167"/>
                  </a:lnTo>
                  <a:close/>
                </a:path>
                <a:path w="2470784" h="4259580">
                  <a:moveTo>
                    <a:pt x="2214820" y="1907167"/>
                  </a:moveTo>
                  <a:lnTo>
                    <a:pt x="2204875" y="1907167"/>
                  </a:lnTo>
                  <a:lnTo>
                    <a:pt x="2202217" y="1894467"/>
                  </a:lnTo>
                  <a:lnTo>
                    <a:pt x="2208223" y="1894467"/>
                  </a:lnTo>
                  <a:lnTo>
                    <a:pt x="2214820" y="1907167"/>
                  </a:lnTo>
                  <a:close/>
                </a:path>
                <a:path w="2470784" h="4259580">
                  <a:moveTo>
                    <a:pt x="1775381" y="1919867"/>
                  </a:moveTo>
                  <a:lnTo>
                    <a:pt x="1771935" y="1907167"/>
                  </a:lnTo>
                  <a:lnTo>
                    <a:pt x="1779024" y="1907167"/>
                  </a:lnTo>
                  <a:lnTo>
                    <a:pt x="1775381" y="1919867"/>
                  </a:lnTo>
                  <a:close/>
                </a:path>
                <a:path w="2470784" h="4259580">
                  <a:moveTo>
                    <a:pt x="2108875" y="1919867"/>
                  </a:moveTo>
                  <a:lnTo>
                    <a:pt x="2105034" y="1919867"/>
                  </a:lnTo>
                  <a:lnTo>
                    <a:pt x="2114191" y="1907167"/>
                  </a:lnTo>
                  <a:lnTo>
                    <a:pt x="2108875" y="1919867"/>
                  </a:lnTo>
                  <a:close/>
                </a:path>
                <a:path w="2470784" h="4259580">
                  <a:moveTo>
                    <a:pt x="2166673" y="1919867"/>
                  </a:moveTo>
                  <a:lnTo>
                    <a:pt x="2164409" y="1919867"/>
                  </a:lnTo>
                  <a:lnTo>
                    <a:pt x="2159978" y="1907167"/>
                  </a:lnTo>
                  <a:lnTo>
                    <a:pt x="2172286" y="1907167"/>
                  </a:lnTo>
                  <a:lnTo>
                    <a:pt x="2166673" y="1919867"/>
                  </a:lnTo>
                  <a:close/>
                </a:path>
                <a:path w="2470784" h="4259580">
                  <a:moveTo>
                    <a:pt x="2017304" y="1932567"/>
                  </a:moveTo>
                  <a:lnTo>
                    <a:pt x="2015138" y="1919867"/>
                  </a:lnTo>
                  <a:lnTo>
                    <a:pt x="2024295" y="1919867"/>
                  </a:lnTo>
                  <a:lnTo>
                    <a:pt x="2017304" y="1932567"/>
                  </a:lnTo>
                  <a:close/>
                </a:path>
                <a:path w="2470784" h="4259580">
                  <a:moveTo>
                    <a:pt x="2137231" y="1932567"/>
                  </a:moveTo>
                  <a:lnTo>
                    <a:pt x="2124628" y="1919867"/>
                  </a:lnTo>
                  <a:lnTo>
                    <a:pt x="2145207" y="1919867"/>
                  </a:lnTo>
                  <a:lnTo>
                    <a:pt x="2137231" y="1932567"/>
                  </a:lnTo>
                  <a:close/>
                </a:path>
                <a:path w="2470784" h="4259580">
                  <a:moveTo>
                    <a:pt x="1887234" y="1945267"/>
                  </a:moveTo>
                  <a:lnTo>
                    <a:pt x="1869904" y="1945267"/>
                  </a:lnTo>
                  <a:lnTo>
                    <a:pt x="1875418" y="1932567"/>
                  </a:lnTo>
                  <a:lnTo>
                    <a:pt x="1887234" y="1945267"/>
                  </a:lnTo>
                  <a:close/>
                </a:path>
                <a:path w="2470784" h="4259580">
                  <a:moveTo>
                    <a:pt x="2048222" y="1945267"/>
                  </a:moveTo>
                  <a:lnTo>
                    <a:pt x="2040837" y="1945267"/>
                  </a:lnTo>
                  <a:lnTo>
                    <a:pt x="2042708" y="1932567"/>
                  </a:lnTo>
                  <a:lnTo>
                    <a:pt x="2048222" y="1945267"/>
                  </a:lnTo>
                  <a:close/>
                </a:path>
                <a:path w="2470784" h="4259580">
                  <a:moveTo>
                    <a:pt x="2082783" y="1945267"/>
                  </a:moveTo>
                  <a:lnTo>
                    <a:pt x="2077663" y="1945267"/>
                  </a:lnTo>
                  <a:lnTo>
                    <a:pt x="2088100" y="1932567"/>
                  </a:lnTo>
                  <a:lnTo>
                    <a:pt x="2082783" y="1945267"/>
                  </a:lnTo>
                  <a:close/>
                </a:path>
                <a:path w="2470784" h="4259580">
                  <a:moveTo>
                    <a:pt x="1697102" y="1957967"/>
                  </a:moveTo>
                  <a:lnTo>
                    <a:pt x="1694542" y="1945267"/>
                  </a:lnTo>
                  <a:lnTo>
                    <a:pt x="1700450" y="1945267"/>
                  </a:lnTo>
                  <a:lnTo>
                    <a:pt x="1697102" y="1957967"/>
                  </a:lnTo>
                  <a:close/>
                </a:path>
                <a:path w="2470784" h="4259580">
                  <a:moveTo>
                    <a:pt x="1834068" y="1957967"/>
                  </a:moveTo>
                  <a:lnTo>
                    <a:pt x="1831606" y="1957967"/>
                  </a:lnTo>
                  <a:lnTo>
                    <a:pt x="1830523" y="1945267"/>
                  </a:lnTo>
                  <a:lnTo>
                    <a:pt x="1839582" y="1945267"/>
                  </a:lnTo>
                  <a:lnTo>
                    <a:pt x="1834068" y="1957967"/>
                  </a:lnTo>
                  <a:close/>
                </a:path>
                <a:path w="2470784" h="4259580">
                  <a:moveTo>
                    <a:pt x="1866364" y="1957967"/>
                  </a:moveTo>
                  <a:lnTo>
                    <a:pt x="1859275" y="1957967"/>
                  </a:lnTo>
                  <a:lnTo>
                    <a:pt x="1857503" y="1945267"/>
                  </a:lnTo>
                  <a:lnTo>
                    <a:pt x="1862328" y="1945267"/>
                  </a:lnTo>
                  <a:lnTo>
                    <a:pt x="1866364" y="1957967"/>
                  </a:lnTo>
                  <a:close/>
                </a:path>
                <a:path w="2470784" h="4259580">
                  <a:moveTo>
                    <a:pt x="1897869" y="1957967"/>
                  </a:moveTo>
                  <a:lnTo>
                    <a:pt x="1890681" y="1957967"/>
                  </a:lnTo>
                  <a:lnTo>
                    <a:pt x="1891567" y="1945267"/>
                  </a:lnTo>
                  <a:lnTo>
                    <a:pt x="1901216" y="1945267"/>
                  </a:lnTo>
                  <a:lnTo>
                    <a:pt x="1897869" y="1957967"/>
                  </a:lnTo>
                  <a:close/>
                </a:path>
                <a:path w="2470784" h="4259580">
                  <a:moveTo>
                    <a:pt x="1945032" y="1957967"/>
                  </a:moveTo>
                  <a:lnTo>
                    <a:pt x="1938829" y="1957967"/>
                  </a:lnTo>
                  <a:lnTo>
                    <a:pt x="1943260" y="1945267"/>
                  </a:lnTo>
                  <a:lnTo>
                    <a:pt x="1945032" y="1957967"/>
                  </a:lnTo>
                  <a:close/>
                </a:path>
                <a:path w="2470784" h="4259580">
                  <a:moveTo>
                    <a:pt x="2009821" y="1957967"/>
                  </a:moveTo>
                  <a:lnTo>
                    <a:pt x="2000172" y="1957967"/>
                  </a:lnTo>
                  <a:lnTo>
                    <a:pt x="1997317" y="1945267"/>
                  </a:lnTo>
                  <a:lnTo>
                    <a:pt x="2008443" y="1945267"/>
                  </a:lnTo>
                  <a:lnTo>
                    <a:pt x="2009821" y="1957967"/>
                  </a:lnTo>
                  <a:close/>
                </a:path>
                <a:path w="2470784" h="4259580">
                  <a:moveTo>
                    <a:pt x="2034831" y="1957967"/>
                  </a:moveTo>
                  <a:lnTo>
                    <a:pt x="2034634" y="1945267"/>
                  </a:lnTo>
                  <a:lnTo>
                    <a:pt x="2037096" y="1945267"/>
                  </a:lnTo>
                  <a:lnTo>
                    <a:pt x="2034831" y="1957967"/>
                  </a:lnTo>
                  <a:close/>
                </a:path>
                <a:path w="2470784" h="4259580">
                  <a:moveTo>
                    <a:pt x="2133194" y="1957967"/>
                  </a:moveTo>
                  <a:lnTo>
                    <a:pt x="2123545" y="1957967"/>
                  </a:lnTo>
                  <a:lnTo>
                    <a:pt x="2120493" y="1945267"/>
                  </a:lnTo>
                  <a:lnTo>
                    <a:pt x="2128665" y="1945267"/>
                  </a:lnTo>
                  <a:lnTo>
                    <a:pt x="2133194" y="1957967"/>
                  </a:lnTo>
                  <a:close/>
                </a:path>
                <a:path w="2470784" h="4259580">
                  <a:moveTo>
                    <a:pt x="2140874" y="1957967"/>
                  </a:moveTo>
                  <a:lnTo>
                    <a:pt x="2138117" y="1945267"/>
                  </a:lnTo>
                  <a:lnTo>
                    <a:pt x="2149736" y="1945267"/>
                  </a:lnTo>
                  <a:lnTo>
                    <a:pt x="2140874" y="1957967"/>
                  </a:lnTo>
                  <a:close/>
                </a:path>
                <a:path w="2470784" h="4259580">
                  <a:moveTo>
                    <a:pt x="1731568" y="1970667"/>
                  </a:moveTo>
                  <a:lnTo>
                    <a:pt x="1722805" y="1957967"/>
                  </a:lnTo>
                  <a:lnTo>
                    <a:pt x="1726152" y="1957967"/>
                  </a:lnTo>
                  <a:lnTo>
                    <a:pt x="1731568" y="1970667"/>
                  </a:lnTo>
                  <a:close/>
                </a:path>
                <a:path w="2470784" h="4259580">
                  <a:moveTo>
                    <a:pt x="1777744" y="1970667"/>
                  </a:moveTo>
                  <a:lnTo>
                    <a:pt x="1769177" y="1970667"/>
                  </a:lnTo>
                  <a:lnTo>
                    <a:pt x="1769177" y="1957967"/>
                  </a:lnTo>
                  <a:lnTo>
                    <a:pt x="1783553" y="1957967"/>
                  </a:lnTo>
                  <a:lnTo>
                    <a:pt x="1777744" y="1970667"/>
                  </a:lnTo>
                  <a:close/>
                </a:path>
                <a:path w="2470784" h="4259580">
                  <a:moveTo>
                    <a:pt x="2040246" y="1970667"/>
                  </a:moveTo>
                  <a:lnTo>
                    <a:pt x="2032369" y="1970667"/>
                  </a:lnTo>
                  <a:lnTo>
                    <a:pt x="2036406" y="1957967"/>
                  </a:lnTo>
                  <a:lnTo>
                    <a:pt x="2040246" y="1970667"/>
                  </a:lnTo>
                  <a:close/>
                </a:path>
                <a:path w="2470784" h="4259580">
                  <a:moveTo>
                    <a:pt x="2077761" y="1970667"/>
                  </a:moveTo>
                  <a:lnTo>
                    <a:pt x="2076087" y="1970667"/>
                  </a:lnTo>
                  <a:lnTo>
                    <a:pt x="2067422" y="1957967"/>
                  </a:lnTo>
                  <a:lnTo>
                    <a:pt x="2077761" y="1970667"/>
                  </a:lnTo>
                  <a:close/>
                </a:path>
                <a:path w="2470784" h="4259580">
                  <a:moveTo>
                    <a:pt x="2155152" y="1970667"/>
                  </a:moveTo>
                  <a:lnTo>
                    <a:pt x="2150328" y="1957967"/>
                  </a:lnTo>
                  <a:lnTo>
                    <a:pt x="2161257" y="1957967"/>
                  </a:lnTo>
                  <a:lnTo>
                    <a:pt x="2155152" y="1970667"/>
                  </a:lnTo>
                  <a:close/>
                </a:path>
                <a:path w="2470784" h="4259580">
                  <a:moveTo>
                    <a:pt x="2226341" y="1970667"/>
                  </a:moveTo>
                  <a:lnTo>
                    <a:pt x="2220629" y="1970667"/>
                  </a:lnTo>
                  <a:lnTo>
                    <a:pt x="2219940" y="1957967"/>
                  </a:lnTo>
                  <a:lnTo>
                    <a:pt x="2226341" y="1970667"/>
                  </a:lnTo>
                  <a:close/>
                </a:path>
                <a:path w="2470784" h="4259580">
                  <a:moveTo>
                    <a:pt x="1844604" y="1996067"/>
                  </a:moveTo>
                  <a:lnTo>
                    <a:pt x="1835841" y="1983367"/>
                  </a:lnTo>
                  <a:lnTo>
                    <a:pt x="1835053" y="1970667"/>
                  </a:lnTo>
                  <a:lnTo>
                    <a:pt x="1847065" y="1983367"/>
                  </a:lnTo>
                  <a:lnTo>
                    <a:pt x="1844604" y="1996067"/>
                  </a:lnTo>
                  <a:close/>
                </a:path>
                <a:path w="2470784" h="4259580">
                  <a:moveTo>
                    <a:pt x="1998202" y="1983367"/>
                  </a:moveTo>
                  <a:lnTo>
                    <a:pt x="1977032" y="1983367"/>
                  </a:lnTo>
                  <a:lnTo>
                    <a:pt x="1992983" y="1970667"/>
                  </a:lnTo>
                  <a:lnTo>
                    <a:pt x="1998202" y="1983367"/>
                  </a:lnTo>
                  <a:close/>
                </a:path>
                <a:path w="2470784" h="4259580">
                  <a:moveTo>
                    <a:pt x="1781880" y="1996067"/>
                  </a:moveTo>
                  <a:lnTo>
                    <a:pt x="1775873" y="1996067"/>
                  </a:lnTo>
                  <a:lnTo>
                    <a:pt x="1775873" y="1983367"/>
                  </a:lnTo>
                  <a:lnTo>
                    <a:pt x="1783258" y="1983367"/>
                  </a:lnTo>
                  <a:lnTo>
                    <a:pt x="1781880" y="1996067"/>
                  </a:lnTo>
                  <a:close/>
                </a:path>
                <a:path w="2470784" h="4259580">
                  <a:moveTo>
                    <a:pt x="1832293" y="1996067"/>
                  </a:moveTo>
                  <a:lnTo>
                    <a:pt x="1822840" y="1996067"/>
                  </a:lnTo>
                  <a:lnTo>
                    <a:pt x="1832785" y="1983367"/>
                  </a:lnTo>
                  <a:lnTo>
                    <a:pt x="1832402" y="1993240"/>
                  </a:lnTo>
                  <a:lnTo>
                    <a:pt x="1832293" y="1996067"/>
                  </a:lnTo>
                  <a:close/>
                </a:path>
                <a:path w="2470784" h="4259580">
                  <a:moveTo>
                    <a:pt x="1896794" y="1993240"/>
                  </a:moveTo>
                  <a:lnTo>
                    <a:pt x="1911949" y="1983367"/>
                  </a:lnTo>
                  <a:lnTo>
                    <a:pt x="1913327" y="1983367"/>
                  </a:lnTo>
                  <a:lnTo>
                    <a:pt x="1896794" y="1993240"/>
                  </a:lnTo>
                  <a:close/>
                </a:path>
                <a:path w="2470784" h="4259580">
                  <a:moveTo>
                    <a:pt x="1952418" y="2008767"/>
                  </a:moveTo>
                  <a:lnTo>
                    <a:pt x="1946707" y="1996067"/>
                  </a:lnTo>
                  <a:lnTo>
                    <a:pt x="1941586" y="1996067"/>
                  </a:lnTo>
                  <a:lnTo>
                    <a:pt x="1944146" y="1983367"/>
                  </a:lnTo>
                  <a:lnTo>
                    <a:pt x="1953894" y="1983367"/>
                  </a:lnTo>
                  <a:lnTo>
                    <a:pt x="1952418" y="2008767"/>
                  </a:lnTo>
                  <a:close/>
                </a:path>
                <a:path w="2470784" h="4259580">
                  <a:moveTo>
                    <a:pt x="2039261" y="1996067"/>
                  </a:moveTo>
                  <a:lnTo>
                    <a:pt x="2033058" y="1996067"/>
                  </a:lnTo>
                  <a:lnTo>
                    <a:pt x="2036111" y="1983367"/>
                  </a:lnTo>
                  <a:lnTo>
                    <a:pt x="2039261" y="1996067"/>
                  </a:lnTo>
                  <a:close/>
                </a:path>
                <a:path w="2470784" h="4259580">
                  <a:moveTo>
                    <a:pt x="2083372" y="1996067"/>
                  </a:moveTo>
                  <a:lnTo>
                    <a:pt x="2078449" y="1996067"/>
                  </a:lnTo>
                  <a:lnTo>
                    <a:pt x="2074412" y="1983367"/>
                  </a:lnTo>
                  <a:lnTo>
                    <a:pt x="2089477" y="1983367"/>
                  </a:lnTo>
                  <a:lnTo>
                    <a:pt x="2083372" y="1996067"/>
                  </a:lnTo>
                  <a:close/>
                </a:path>
                <a:path w="2470784" h="4259580">
                  <a:moveTo>
                    <a:pt x="2169625" y="1996067"/>
                  </a:moveTo>
                  <a:lnTo>
                    <a:pt x="2163422" y="1983367"/>
                  </a:lnTo>
                  <a:lnTo>
                    <a:pt x="2177502" y="1983367"/>
                  </a:lnTo>
                  <a:lnTo>
                    <a:pt x="2169625" y="1996067"/>
                  </a:lnTo>
                  <a:close/>
                </a:path>
                <a:path w="2470784" h="4259580">
                  <a:moveTo>
                    <a:pt x="1892454" y="1996067"/>
                  </a:moveTo>
                  <a:lnTo>
                    <a:pt x="1892060" y="1996067"/>
                  </a:lnTo>
                  <a:lnTo>
                    <a:pt x="1896794" y="1993240"/>
                  </a:lnTo>
                  <a:lnTo>
                    <a:pt x="1892454" y="1996067"/>
                  </a:lnTo>
                  <a:close/>
                </a:path>
                <a:path w="2470784" h="4259580">
                  <a:moveTo>
                    <a:pt x="1632609" y="2008767"/>
                  </a:moveTo>
                  <a:lnTo>
                    <a:pt x="1631625" y="1996067"/>
                  </a:lnTo>
                  <a:lnTo>
                    <a:pt x="1634283" y="1996067"/>
                  </a:lnTo>
                  <a:lnTo>
                    <a:pt x="1632609" y="2008767"/>
                  </a:lnTo>
                  <a:close/>
                </a:path>
                <a:path w="2470784" h="4259580">
                  <a:moveTo>
                    <a:pt x="1768094" y="2008767"/>
                  </a:moveTo>
                  <a:lnTo>
                    <a:pt x="1761202" y="2008767"/>
                  </a:lnTo>
                  <a:lnTo>
                    <a:pt x="1765239" y="1996067"/>
                  </a:lnTo>
                  <a:lnTo>
                    <a:pt x="1768094" y="2008767"/>
                  </a:lnTo>
                  <a:close/>
                </a:path>
                <a:path w="2470784" h="4259580">
                  <a:moveTo>
                    <a:pt x="1817130" y="2008767"/>
                  </a:moveTo>
                  <a:lnTo>
                    <a:pt x="1813191" y="2008767"/>
                  </a:lnTo>
                  <a:lnTo>
                    <a:pt x="1815554" y="1996067"/>
                  </a:lnTo>
                  <a:lnTo>
                    <a:pt x="1821757" y="1996067"/>
                  </a:lnTo>
                  <a:lnTo>
                    <a:pt x="1817130" y="2008767"/>
                  </a:lnTo>
                  <a:close/>
                </a:path>
                <a:path w="2470784" h="4259580">
                  <a:moveTo>
                    <a:pt x="1941980" y="2008767"/>
                  </a:moveTo>
                  <a:lnTo>
                    <a:pt x="1926029" y="2008767"/>
                  </a:lnTo>
                  <a:lnTo>
                    <a:pt x="1938632" y="1996067"/>
                  </a:lnTo>
                  <a:lnTo>
                    <a:pt x="1941980" y="2008767"/>
                  </a:lnTo>
                  <a:close/>
                </a:path>
                <a:path w="2470784" h="4259580">
                  <a:moveTo>
                    <a:pt x="2067717" y="2008767"/>
                  </a:moveTo>
                  <a:lnTo>
                    <a:pt x="2059840" y="2008767"/>
                  </a:lnTo>
                  <a:lnTo>
                    <a:pt x="2060825" y="1996067"/>
                  </a:lnTo>
                  <a:lnTo>
                    <a:pt x="2068210" y="1996067"/>
                  </a:lnTo>
                  <a:lnTo>
                    <a:pt x="2067717" y="2008767"/>
                  </a:lnTo>
                  <a:close/>
                </a:path>
                <a:path w="2470784" h="4259580">
                  <a:moveTo>
                    <a:pt x="2101097" y="2008767"/>
                  </a:moveTo>
                  <a:lnTo>
                    <a:pt x="2093909" y="1996067"/>
                  </a:lnTo>
                  <a:lnTo>
                    <a:pt x="2104444" y="1996067"/>
                  </a:lnTo>
                  <a:lnTo>
                    <a:pt x="2101097" y="2008767"/>
                  </a:lnTo>
                  <a:close/>
                </a:path>
                <a:path w="2470784" h="4259580">
                  <a:moveTo>
                    <a:pt x="2142057" y="2008767"/>
                  </a:moveTo>
                  <a:lnTo>
                    <a:pt x="2141860" y="1996067"/>
                  </a:lnTo>
                  <a:lnTo>
                    <a:pt x="2151214" y="1996067"/>
                  </a:lnTo>
                  <a:lnTo>
                    <a:pt x="2142057" y="2008767"/>
                  </a:lnTo>
                  <a:close/>
                </a:path>
                <a:path w="2470784" h="4259580">
                  <a:moveTo>
                    <a:pt x="1734129" y="2021467"/>
                  </a:moveTo>
                  <a:lnTo>
                    <a:pt x="1729600" y="2008767"/>
                  </a:lnTo>
                  <a:lnTo>
                    <a:pt x="1741711" y="2008767"/>
                  </a:lnTo>
                  <a:lnTo>
                    <a:pt x="1734129" y="2021467"/>
                  </a:lnTo>
                  <a:close/>
                </a:path>
                <a:path w="2470784" h="4259580">
                  <a:moveTo>
                    <a:pt x="1770556" y="2021467"/>
                  </a:moveTo>
                  <a:lnTo>
                    <a:pt x="1764057" y="2021467"/>
                  </a:lnTo>
                  <a:lnTo>
                    <a:pt x="1765042" y="2008767"/>
                  </a:lnTo>
                  <a:lnTo>
                    <a:pt x="1767897" y="2008767"/>
                  </a:lnTo>
                  <a:lnTo>
                    <a:pt x="1770556" y="2021467"/>
                  </a:lnTo>
                  <a:close/>
                </a:path>
                <a:path w="2470784" h="4259580">
                  <a:moveTo>
                    <a:pt x="1713251" y="2034167"/>
                  </a:moveTo>
                  <a:lnTo>
                    <a:pt x="1708033" y="2034167"/>
                  </a:lnTo>
                  <a:lnTo>
                    <a:pt x="1709214" y="2021467"/>
                  </a:lnTo>
                  <a:lnTo>
                    <a:pt x="1713251" y="2034167"/>
                  </a:lnTo>
                  <a:close/>
                </a:path>
                <a:path w="2470784" h="4259580">
                  <a:moveTo>
                    <a:pt x="1791332" y="2034167"/>
                  </a:moveTo>
                  <a:lnTo>
                    <a:pt x="1783553" y="2021467"/>
                  </a:lnTo>
                  <a:lnTo>
                    <a:pt x="1793400" y="2021467"/>
                  </a:lnTo>
                  <a:lnTo>
                    <a:pt x="1791332" y="2034167"/>
                  </a:lnTo>
                  <a:close/>
                </a:path>
                <a:path w="2470784" h="4259580">
                  <a:moveTo>
                    <a:pt x="1846671" y="2034167"/>
                  </a:moveTo>
                  <a:lnTo>
                    <a:pt x="1840960" y="2034167"/>
                  </a:lnTo>
                  <a:lnTo>
                    <a:pt x="1840785" y="2022846"/>
                  </a:lnTo>
                  <a:lnTo>
                    <a:pt x="1840763" y="2021467"/>
                  </a:lnTo>
                  <a:lnTo>
                    <a:pt x="1846671" y="2034167"/>
                  </a:lnTo>
                  <a:close/>
                </a:path>
                <a:path w="2470784" h="4259580">
                  <a:moveTo>
                    <a:pt x="1868724" y="2034167"/>
                  </a:moveTo>
                  <a:lnTo>
                    <a:pt x="1863309" y="2034167"/>
                  </a:lnTo>
                  <a:lnTo>
                    <a:pt x="1863660" y="2022846"/>
                  </a:lnTo>
                  <a:lnTo>
                    <a:pt x="1863702" y="2021467"/>
                  </a:lnTo>
                  <a:lnTo>
                    <a:pt x="1868724" y="2034167"/>
                  </a:lnTo>
                  <a:close/>
                </a:path>
                <a:path w="2470784" h="4259580">
                  <a:moveTo>
                    <a:pt x="1889203" y="2034167"/>
                  </a:moveTo>
                  <a:lnTo>
                    <a:pt x="1877289" y="2034167"/>
                  </a:lnTo>
                  <a:lnTo>
                    <a:pt x="1885757" y="2021467"/>
                  </a:lnTo>
                  <a:lnTo>
                    <a:pt x="1889203" y="2034167"/>
                  </a:lnTo>
                  <a:close/>
                </a:path>
                <a:path w="2470784" h="4259580">
                  <a:moveTo>
                    <a:pt x="1977132" y="2046867"/>
                  </a:moveTo>
                  <a:lnTo>
                    <a:pt x="1968763" y="2046867"/>
                  </a:lnTo>
                  <a:lnTo>
                    <a:pt x="1979101" y="2021467"/>
                  </a:lnTo>
                  <a:lnTo>
                    <a:pt x="1986486" y="2034167"/>
                  </a:lnTo>
                  <a:lnTo>
                    <a:pt x="1985206" y="2034167"/>
                  </a:lnTo>
                  <a:lnTo>
                    <a:pt x="1977132" y="2046867"/>
                  </a:lnTo>
                  <a:close/>
                </a:path>
                <a:path w="2470784" h="4259580">
                  <a:moveTo>
                    <a:pt x="2052258" y="2034167"/>
                  </a:moveTo>
                  <a:lnTo>
                    <a:pt x="2042904" y="2034167"/>
                  </a:lnTo>
                  <a:lnTo>
                    <a:pt x="2038276" y="2021467"/>
                  </a:lnTo>
                  <a:lnTo>
                    <a:pt x="2050289" y="2021467"/>
                  </a:lnTo>
                  <a:lnTo>
                    <a:pt x="2052258" y="2034167"/>
                  </a:lnTo>
                  <a:close/>
                </a:path>
                <a:path w="2470784" h="4259580">
                  <a:moveTo>
                    <a:pt x="2114299" y="2022846"/>
                  </a:moveTo>
                  <a:lnTo>
                    <a:pt x="2114192" y="2021467"/>
                  </a:lnTo>
                  <a:lnTo>
                    <a:pt x="2116555" y="2021467"/>
                  </a:lnTo>
                  <a:lnTo>
                    <a:pt x="2114299" y="2022846"/>
                  </a:lnTo>
                  <a:close/>
                </a:path>
                <a:path w="2470784" h="4259580">
                  <a:moveTo>
                    <a:pt x="2191386" y="2034167"/>
                  </a:moveTo>
                  <a:lnTo>
                    <a:pt x="2195423" y="2021467"/>
                  </a:lnTo>
                  <a:lnTo>
                    <a:pt x="2200248" y="2021467"/>
                  </a:lnTo>
                  <a:lnTo>
                    <a:pt x="2191386" y="2034167"/>
                  </a:lnTo>
                  <a:close/>
                </a:path>
                <a:path w="2470784" h="4259580">
                  <a:moveTo>
                    <a:pt x="2115176" y="2034167"/>
                  </a:moveTo>
                  <a:lnTo>
                    <a:pt x="2095779" y="2034167"/>
                  </a:lnTo>
                  <a:lnTo>
                    <a:pt x="2114299" y="2022846"/>
                  </a:lnTo>
                  <a:lnTo>
                    <a:pt x="2115176" y="2034167"/>
                  </a:lnTo>
                  <a:close/>
                </a:path>
                <a:path w="2470784" h="4259580">
                  <a:moveTo>
                    <a:pt x="1855533" y="2046867"/>
                  </a:moveTo>
                  <a:lnTo>
                    <a:pt x="1845983" y="2046867"/>
                  </a:lnTo>
                  <a:lnTo>
                    <a:pt x="1846377" y="2034167"/>
                  </a:lnTo>
                  <a:lnTo>
                    <a:pt x="1855533" y="2046867"/>
                  </a:lnTo>
                  <a:close/>
                </a:path>
                <a:path w="2470784" h="4259580">
                  <a:moveTo>
                    <a:pt x="1928786" y="2046867"/>
                  </a:moveTo>
                  <a:lnTo>
                    <a:pt x="1923567" y="2046867"/>
                  </a:lnTo>
                  <a:lnTo>
                    <a:pt x="1920612" y="2034167"/>
                  </a:lnTo>
                  <a:lnTo>
                    <a:pt x="1940502" y="2034167"/>
                  </a:lnTo>
                  <a:lnTo>
                    <a:pt x="1928786" y="2046867"/>
                  </a:lnTo>
                  <a:close/>
                </a:path>
                <a:path w="2470784" h="4259580">
                  <a:moveTo>
                    <a:pt x="2024984" y="2046867"/>
                  </a:moveTo>
                  <a:lnTo>
                    <a:pt x="2016516" y="2046867"/>
                  </a:lnTo>
                  <a:lnTo>
                    <a:pt x="2021440" y="2034167"/>
                  </a:lnTo>
                  <a:lnTo>
                    <a:pt x="2024984" y="2046867"/>
                  </a:lnTo>
                  <a:close/>
                </a:path>
                <a:path w="2470784" h="4259580">
                  <a:moveTo>
                    <a:pt x="1691490" y="2059567"/>
                  </a:moveTo>
                  <a:lnTo>
                    <a:pt x="1687748" y="2046867"/>
                  </a:lnTo>
                  <a:lnTo>
                    <a:pt x="1698481" y="2046867"/>
                  </a:lnTo>
                  <a:lnTo>
                    <a:pt x="1691490" y="2059567"/>
                  </a:lnTo>
                  <a:close/>
                </a:path>
                <a:path w="2470784" h="4259580">
                  <a:moveTo>
                    <a:pt x="1781978" y="2059567"/>
                  </a:moveTo>
                  <a:lnTo>
                    <a:pt x="1778926" y="2059567"/>
                  </a:lnTo>
                  <a:lnTo>
                    <a:pt x="1785917" y="2046867"/>
                  </a:lnTo>
                  <a:lnTo>
                    <a:pt x="1789954" y="2046867"/>
                  </a:lnTo>
                  <a:lnTo>
                    <a:pt x="1781978" y="2059567"/>
                  </a:lnTo>
                  <a:close/>
                </a:path>
                <a:path w="2470784" h="4259580">
                  <a:moveTo>
                    <a:pt x="1825204" y="2059567"/>
                  </a:moveTo>
                  <a:lnTo>
                    <a:pt x="1814471" y="2059567"/>
                  </a:lnTo>
                  <a:lnTo>
                    <a:pt x="1820084" y="2046867"/>
                  </a:lnTo>
                  <a:lnTo>
                    <a:pt x="1825204" y="2059567"/>
                  </a:lnTo>
                  <a:close/>
                </a:path>
                <a:path w="2470784" h="4259580">
                  <a:moveTo>
                    <a:pt x="2132998" y="2059567"/>
                  </a:moveTo>
                  <a:lnTo>
                    <a:pt x="2137921" y="2046867"/>
                  </a:lnTo>
                  <a:lnTo>
                    <a:pt x="2145207" y="2046867"/>
                  </a:lnTo>
                  <a:lnTo>
                    <a:pt x="2132998" y="2059567"/>
                  </a:lnTo>
                  <a:close/>
                </a:path>
                <a:path w="2470784" h="4259580">
                  <a:moveTo>
                    <a:pt x="1611342" y="2072267"/>
                  </a:moveTo>
                  <a:lnTo>
                    <a:pt x="1608092" y="2059567"/>
                  </a:lnTo>
                  <a:lnTo>
                    <a:pt x="1608486" y="2059567"/>
                  </a:lnTo>
                  <a:lnTo>
                    <a:pt x="1611342" y="2072267"/>
                  </a:lnTo>
                  <a:close/>
                </a:path>
                <a:path w="2470784" h="4259580">
                  <a:moveTo>
                    <a:pt x="1888023" y="2072267"/>
                  </a:moveTo>
                  <a:lnTo>
                    <a:pt x="1885365" y="2072267"/>
                  </a:lnTo>
                  <a:lnTo>
                    <a:pt x="1887924" y="2059567"/>
                  </a:lnTo>
                  <a:lnTo>
                    <a:pt x="1888023" y="2072267"/>
                  </a:lnTo>
                  <a:close/>
                </a:path>
                <a:path w="2470784" h="4259580">
                  <a:moveTo>
                    <a:pt x="1973883" y="2072267"/>
                  </a:moveTo>
                  <a:lnTo>
                    <a:pt x="1965021" y="2059567"/>
                  </a:lnTo>
                  <a:lnTo>
                    <a:pt x="1971126" y="2059567"/>
                  </a:lnTo>
                  <a:lnTo>
                    <a:pt x="1973883" y="2072267"/>
                  </a:lnTo>
                  <a:close/>
                </a:path>
                <a:path w="2470784" h="4259580">
                  <a:moveTo>
                    <a:pt x="2055606" y="2072267"/>
                  </a:moveTo>
                  <a:lnTo>
                    <a:pt x="2050486" y="2072267"/>
                  </a:lnTo>
                  <a:lnTo>
                    <a:pt x="2060530" y="2059567"/>
                  </a:lnTo>
                  <a:lnTo>
                    <a:pt x="2055606" y="2072267"/>
                  </a:lnTo>
                  <a:close/>
                </a:path>
                <a:path w="2470784" h="4259580">
                  <a:moveTo>
                    <a:pt x="1689226" y="2084967"/>
                  </a:moveTo>
                  <a:lnTo>
                    <a:pt x="1685090" y="2084967"/>
                  </a:lnTo>
                  <a:lnTo>
                    <a:pt x="1684893" y="2072267"/>
                  </a:lnTo>
                  <a:lnTo>
                    <a:pt x="1689226" y="2084967"/>
                  </a:lnTo>
                  <a:close/>
                </a:path>
                <a:path w="2470784" h="4259580">
                  <a:moveTo>
                    <a:pt x="1894719" y="2097667"/>
                  </a:moveTo>
                  <a:lnTo>
                    <a:pt x="1891075" y="2097667"/>
                  </a:lnTo>
                  <a:lnTo>
                    <a:pt x="1885660" y="2084967"/>
                  </a:lnTo>
                  <a:lnTo>
                    <a:pt x="1896294" y="2072267"/>
                  </a:lnTo>
                  <a:lnTo>
                    <a:pt x="1901710" y="2084967"/>
                  </a:lnTo>
                  <a:lnTo>
                    <a:pt x="1894719" y="2097667"/>
                  </a:lnTo>
                  <a:close/>
                </a:path>
                <a:path w="2470784" h="4259580">
                  <a:moveTo>
                    <a:pt x="1912638" y="2084967"/>
                  </a:moveTo>
                  <a:lnTo>
                    <a:pt x="1912441" y="2072267"/>
                  </a:lnTo>
                  <a:lnTo>
                    <a:pt x="1916479" y="2072267"/>
                  </a:lnTo>
                  <a:lnTo>
                    <a:pt x="1912638" y="2084967"/>
                  </a:lnTo>
                  <a:close/>
                </a:path>
                <a:path w="2470784" h="4259580">
                  <a:moveTo>
                    <a:pt x="1934300" y="2084967"/>
                  </a:moveTo>
                  <a:lnTo>
                    <a:pt x="1928688" y="2072267"/>
                  </a:lnTo>
                  <a:lnTo>
                    <a:pt x="1938337" y="2072267"/>
                  </a:lnTo>
                  <a:lnTo>
                    <a:pt x="1934300" y="2084967"/>
                  </a:lnTo>
                  <a:close/>
                </a:path>
                <a:path w="2470784" h="4259580">
                  <a:moveTo>
                    <a:pt x="1997710" y="2084967"/>
                  </a:moveTo>
                  <a:lnTo>
                    <a:pt x="1994560" y="2084967"/>
                  </a:lnTo>
                  <a:lnTo>
                    <a:pt x="1984713" y="2072267"/>
                  </a:lnTo>
                  <a:lnTo>
                    <a:pt x="1995052" y="2072267"/>
                  </a:lnTo>
                  <a:lnTo>
                    <a:pt x="1997710" y="2084967"/>
                  </a:lnTo>
                  <a:close/>
                </a:path>
                <a:path w="2470784" h="4259580">
                  <a:moveTo>
                    <a:pt x="2032959" y="2084967"/>
                  </a:moveTo>
                  <a:lnTo>
                    <a:pt x="2026854" y="2084967"/>
                  </a:lnTo>
                  <a:lnTo>
                    <a:pt x="2027938" y="2072267"/>
                  </a:lnTo>
                  <a:lnTo>
                    <a:pt x="2032959" y="2084967"/>
                  </a:lnTo>
                  <a:close/>
                </a:path>
                <a:path w="2470784" h="4259580">
                  <a:moveTo>
                    <a:pt x="2087902" y="2084967"/>
                  </a:moveTo>
                  <a:lnTo>
                    <a:pt x="2080517" y="2072267"/>
                  </a:lnTo>
                  <a:lnTo>
                    <a:pt x="2094499" y="2072267"/>
                  </a:lnTo>
                  <a:lnTo>
                    <a:pt x="2087902" y="2084967"/>
                  </a:lnTo>
                  <a:close/>
                </a:path>
                <a:path w="2470784" h="4259580">
                  <a:moveTo>
                    <a:pt x="1791824" y="2097667"/>
                  </a:moveTo>
                  <a:lnTo>
                    <a:pt x="1779615" y="2097667"/>
                  </a:lnTo>
                  <a:lnTo>
                    <a:pt x="1786901" y="2084967"/>
                  </a:lnTo>
                  <a:lnTo>
                    <a:pt x="1791824" y="2097667"/>
                  </a:lnTo>
                  <a:close/>
                </a:path>
                <a:path w="2470784" h="4259580">
                  <a:moveTo>
                    <a:pt x="1866754" y="2097667"/>
                  </a:moveTo>
                  <a:lnTo>
                    <a:pt x="1857990" y="2097667"/>
                  </a:lnTo>
                  <a:lnTo>
                    <a:pt x="1868624" y="2084967"/>
                  </a:lnTo>
                  <a:lnTo>
                    <a:pt x="1866754" y="2097667"/>
                  </a:lnTo>
                  <a:close/>
                </a:path>
                <a:path w="2470784" h="4259580">
                  <a:moveTo>
                    <a:pt x="1928195" y="2097667"/>
                  </a:moveTo>
                  <a:lnTo>
                    <a:pt x="1921992" y="2097667"/>
                  </a:lnTo>
                  <a:lnTo>
                    <a:pt x="1914115" y="2084967"/>
                  </a:lnTo>
                  <a:lnTo>
                    <a:pt x="1928195" y="2097667"/>
                  </a:lnTo>
                  <a:close/>
                </a:path>
                <a:path w="2470784" h="4259580">
                  <a:moveTo>
                    <a:pt x="2026757" y="2097667"/>
                  </a:moveTo>
                  <a:lnTo>
                    <a:pt x="2017206" y="2097667"/>
                  </a:lnTo>
                  <a:lnTo>
                    <a:pt x="2016221" y="2084967"/>
                  </a:lnTo>
                  <a:lnTo>
                    <a:pt x="2026757" y="2097667"/>
                  </a:lnTo>
                  <a:close/>
                </a:path>
                <a:path w="2470784" h="4259580">
                  <a:moveTo>
                    <a:pt x="2050979" y="2097667"/>
                  </a:moveTo>
                  <a:lnTo>
                    <a:pt x="2046449" y="2084967"/>
                  </a:lnTo>
                  <a:lnTo>
                    <a:pt x="2058757" y="2084967"/>
                  </a:lnTo>
                  <a:lnTo>
                    <a:pt x="2050979" y="2097667"/>
                  </a:lnTo>
                  <a:close/>
                </a:path>
                <a:path w="2470784" h="4259580">
                  <a:moveTo>
                    <a:pt x="1753718" y="2110367"/>
                  </a:moveTo>
                  <a:lnTo>
                    <a:pt x="1749681" y="2097667"/>
                  </a:lnTo>
                  <a:lnTo>
                    <a:pt x="1760315" y="2097667"/>
                  </a:lnTo>
                  <a:lnTo>
                    <a:pt x="1753718" y="2110367"/>
                  </a:lnTo>
                  <a:close/>
                </a:path>
                <a:path w="2470784" h="4259580">
                  <a:moveTo>
                    <a:pt x="1989735" y="2110367"/>
                  </a:moveTo>
                  <a:lnTo>
                    <a:pt x="1985205" y="2110367"/>
                  </a:lnTo>
                  <a:lnTo>
                    <a:pt x="1982744" y="2097667"/>
                  </a:lnTo>
                  <a:lnTo>
                    <a:pt x="1993181" y="2097667"/>
                  </a:lnTo>
                  <a:lnTo>
                    <a:pt x="1989735" y="2110367"/>
                  </a:lnTo>
                  <a:close/>
                </a:path>
                <a:path w="2470784" h="4259580">
                  <a:moveTo>
                    <a:pt x="2017698" y="2110367"/>
                  </a:moveTo>
                  <a:lnTo>
                    <a:pt x="2023310" y="2097667"/>
                  </a:lnTo>
                  <a:lnTo>
                    <a:pt x="2026264" y="2097667"/>
                  </a:lnTo>
                  <a:lnTo>
                    <a:pt x="2017698" y="2110367"/>
                  </a:lnTo>
                  <a:close/>
                </a:path>
                <a:path w="2470784" h="4259580">
                  <a:moveTo>
                    <a:pt x="1711676" y="2123067"/>
                  </a:moveTo>
                  <a:lnTo>
                    <a:pt x="1694248" y="2123067"/>
                  </a:lnTo>
                  <a:lnTo>
                    <a:pt x="1706064" y="2110367"/>
                  </a:lnTo>
                  <a:lnTo>
                    <a:pt x="1711676" y="2123067"/>
                  </a:lnTo>
                  <a:close/>
                </a:path>
                <a:path w="2470784" h="4259580">
                  <a:moveTo>
                    <a:pt x="1880244" y="2123067"/>
                  </a:moveTo>
                  <a:lnTo>
                    <a:pt x="1860453" y="2123067"/>
                  </a:lnTo>
                  <a:lnTo>
                    <a:pt x="1869216" y="2110367"/>
                  </a:lnTo>
                  <a:lnTo>
                    <a:pt x="1880244" y="2123067"/>
                  </a:lnTo>
                  <a:close/>
                </a:path>
                <a:path w="2470784" h="4259580">
                  <a:moveTo>
                    <a:pt x="1896392" y="2123067"/>
                  </a:moveTo>
                  <a:lnTo>
                    <a:pt x="1895998" y="2123067"/>
                  </a:lnTo>
                  <a:lnTo>
                    <a:pt x="1885561" y="2110367"/>
                  </a:lnTo>
                  <a:lnTo>
                    <a:pt x="1896392" y="2123067"/>
                  </a:lnTo>
                  <a:close/>
                </a:path>
                <a:path w="2470784" h="4259580">
                  <a:moveTo>
                    <a:pt x="1943850" y="2123067"/>
                  </a:moveTo>
                  <a:lnTo>
                    <a:pt x="1942472" y="2123067"/>
                  </a:lnTo>
                  <a:lnTo>
                    <a:pt x="1938337" y="2110367"/>
                  </a:lnTo>
                  <a:lnTo>
                    <a:pt x="1943850" y="2123067"/>
                  </a:lnTo>
                  <a:close/>
                </a:path>
                <a:path w="2470784" h="4259580">
                  <a:moveTo>
                    <a:pt x="1971618" y="2123067"/>
                  </a:moveTo>
                  <a:lnTo>
                    <a:pt x="1963445" y="2123067"/>
                  </a:lnTo>
                  <a:lnTo>
                    <a:pt x="1967777" y="2110367"/>
                  </a:lnTo>
                  <a:lnTo>
                    <a:pt x="1971618" y="2123067"/>
                  </a:lnTo>
                  <a:close/>
                </a:path>
                <a:path w="2470784" h="4259580">
                  <a:moveTo>
                    <a:pt x="2001747" y="2123067"/>
                  </a:moveTo>
                  <a:lnTo>
                    <a:pt x="2003914" y="2110367"/>
                  </a:lnTo>
                  <a:lnTo>
                    <a:pt x="2005981" y="2110367"/>
                  </a:lnTo>
                  <a:lnTo>
                    <a:pt x="2001747" y="2123067"/>
                  </a:lnTo>
                  <a:close/>
                </a:path>
                <a:path w="2470784" h="4259580">
                  <a:moveTo>
                    <a:pt x="1654374" y="2135733"/>
                  </a:moveTo>
                  <a:lnTo>
                    <a:pt x="1653971" y="2135342"/>
                  </a:lnTo>
                  <a:lnTo>
                    <a:pt x="1642455" y="2123067"/>
                  </a:lnTo>
                  <a:lnTo>
                    <a:pt x="1655944" y="2123067"/>
                  </a:lnTo>
                  <a:lnTo>
                    <a:pt x="1654422" y="2135342"/>
                  </a:lnTo>
                  <a:lnTo>
                    <a:pt x="1654374" y="2135733"/>
                  </a:lnTo>
                  <a:close/>
                </a:path>
                <a:path w="2470784" h="4259580">
                  <a:moveTo>
                    <a:pt x="1667660" y="2135733"/>
                  </a:moveTo>
                  <a:lnTo>
                    <a:pt x="1661769" y="2135733"/>
                  </a:lnTo>
                  <a:lnTo>
                    <a:pt x="1666973" y="2123067"/>
                  </a:lnTo>
                  <a:lnTo>
                    <a:pt x="1667639" y="2135342"/>
                  </a:lnTo>
                  <a:lnTo>
                    <a:pt x="1667660" y="2135733"/>
                  </a:lnTo>
                  <a:close/>
                </a:path>
                <a:path w="2470784" h="4259580">
                  <a:moveTo>
                    <a:pt x="1754606" y="2148467"/>
                  </a:moveTo>
                  <a:lnTo>
                    <a:pt x="1746061" y="2135733"/>
                  </a:lnTo>
                  <a:lnTo>
                    <a:pt x="1754015" y="2123067"/>
                  </a:lnTo>
                  <a:lnTo>
                    <a:pt x="1754606" y="2148467"/>
                  </a:lnTo>
                  <a:close/>
                </a:path>
                <a:path w="2470784" h="4259580">
                  <a:moveTo>
                    <a:pt x="1789943" y="2135733"/>
                  </a:moveTo>
                  <a:lnTo>
                    <a:pt x="1787095" y="2135733"/>
                  </a:lnTo>
                  <a:lnTo>
                    <a:pt x="1786211" y="2123067"/>
                  </a:lnTo>
                  <a:lnTo>
                    <a:pt x="1789827" y="2135342"/>
                  </a:lnTo>
                  <a:lnTo>
                    <a:pt x="1789943" y="2135733"/>
                  </a:lnTo>
                  <a:close/>
                </a:path>
                <a:path w="2470784" h="4259580">
                  <a:moveTo>
                    <a:pt x="1847039" y="2135733"/>
                  </a:moveTo>
                  <a:lnTo>
                    <a:pt x="1834469" y="2135733"/>
                  </a:lnTo>
                  <a:lnTo>
                    <a:pt x="1838692" y="2123067"/>
                  </a:lnTo>
                  <a:lnTo>
                    <a:pt x="1847039" y="2135733"/>
                  </a:lnTo>
                  <a:close/>
                </a:path>
                <a:path w="2470784" h="4259580">
                  <a:moveTo>
                    <a:pt x="1869619" y="2135733"/>
                  </a:moveTo>
                  <a:lnTo>
                    <a:pt x="1868035" y="2123067"/>
                  </a:lnTo>
                  <a:lnTo>
                    <a:pt x="1872860" y="2123067"/>
                  </a:lnTo>
                  <a:lnTo>
                    <a:pt x="1869719" y="2135342"/>
                  </a:lnTo>
                  <a:lnTo>
                    <a:pt x="1869619" y="2135733"/>
                  </a:lnTo>
                  <a:close/>
                </a:path>
                <a:path w="2470784" h="4259580">
                  <a:moveTo>
                    <a:pt x="1891656" y="2135733"/>
                  </a:moveTo>
                  <a:lnTo>
                    <a:pt x="1888415" y="2135733"/>
                  </a:lnTo>
                  <a:lnTo>
                    <a:pt x="1888120" y="2123067"/>
                  </a:lnTo>
                  <a:lnTo>
                    <a:pt x="1891547" y="2135342"/>
                  </a:lnTo>
                  <a:lnTo>
                    <a:pt x="1891656" y="2135733"/>
                  </a:lnTo>
                  <a:close/>
                </a:path>
                <a:path w="2470784" h="4259580">
                  <a:moveTo>
                    <a:pt x="1996020" y="2135733"/>
                  </a:moveTo>
                  <a:lnTo>
                    <a:pt x="1991110" y="2135733"/>
                  </a:lnTo>
                  <a:lnTo>
                    <a:pt x="1990128" y="2123067"/>
                  </a:lnTo>
                  <a:lnTo>
                    <a:pt x="1996020" y="2135733"/>
                  </a:lnTo>
                  <a:close/>
                </a:path>
                <a:path w="2470784" h="4259580">
                  <a:moveTo>
                    <a:pt x="2098544" y="2135733"/>
                  </a:moveTo>
                  <a:lnTo>
                    <a:pt x="2088902" y="2135733"/>
                  </a:lnTo>
                  <a:lnTo>
                    <a:pt x="2094401" y="2123067"/>
                  </a:lnTo>
                  <a:lnTo>
                    <a:pt x="2101490" y="2123067"/>
                  </a:lnTo>
                  <a:lnTo>
                    <a:pt x="2098635" y="2135342"/>
                  </a:lnTo>
                  <a:lnTo>
                    <a:pt x="2098544" y="2135733"/>
                  </a:lnTo>
                  <a:close/>
                </a:path>
                <a:path w="2470784" h="4259580">
                  <a:moveTo>
                    <a:pt x="2193939" y="2135733"/>
                  </a:moveTo>
                  <a:lnTo>
                    <a:pt x="2188538" y="2135733"/>
                  </a:lnTo>
                  <a:lnTo>
                    <a:pt x="2191189" y="2123067"/>
                  </a:lnTo>
                  <a:lnTo>
                    <a:pt x="2193854" y="2135342"/>
                  </a:lnTo>
                  <a:lnTo>
                    <a:pt x="2193939" y="2135733"/>
                  </a:lnTo>
                  <a:close/>
                </a:path>
                <a:path w="2470784" h="4259580">
                  <a:moveTo>
                    <a:pt x="1688733" y="2148467"/>
                  </a:moveTo>
                  <a:lnTo>
                    <a:pt x="1679157" y="2135733"/>
                  </a:lnTo>
                  <a:lnTo>
                    <a:pt x="1680243" y="2135733"/>
                  </a:lnTo>
                  <a:lnTo>
                    <a:pt x="1688733" y="2148467"/>
                  </a:lnTo>
                  <a:close/>
                </a:path>
                <a:path w="2470784" h="4259580">
                  <a:moveTo>
                    <a:pt x="1916872" y="2148467"/>
                  </a:moveTo>
                  <a:lnTo>
                    <a:pt x="1919340" y="2135733"/>
                  </a:lnTo>
                  <a:lnTo>
                    <a:pt x="1921907" y="2135733"/>
                  </a:lnTo>
                  <a:lnTo>
                    <a:pt x="1916872" y="2148467"/>
                  </a:lnTo>
                  <a:close/>
                </a:path>
                <a:path w="2470784" h="4259580">
                  <a:moveTo>
                    <a:pt x="1963544" y="2148467"/>
                  </a:moveTo>
                  <a:lnTo>
                    <a:pt x="1953894" y="2148467"/>
                  </a:lnTo>
                  <a:lnTo>
                    <a:pt x="1954585" y="2135733"/>
                  </a:lnTo>
                  <a:lnTo>
                    <a:pt x="1963544" y="2148467"/>
                  </a:lnTo>
                  <a:close/>
                </a:path>
                <a:path w="2470784" h="4259580">
                  <a:moveTo>
                    <a:pt x="2000960" y="2148467"/>
                  </a:moveTo>
                  <a:lnTo>
                    <a:pt x="1994068" y="2148467"/>
                  </a:lnTo>
                  <a:lnTo>
                    <a:pt x="1995154" y="2135733"/>
                  </a:lnTo>
                  <a:lnTo>
                    <a:pt x="2000960" y="2148467"/>
                  </a:lnTo>
                  <a:close/>
                </a:path>
                <a:path w="2470784" h="4259580">
                  <a:moveTo>
                    <a:pt x="2040443" y="2148467"/>
                  </a:moveTo>
                  <a:lnTo>
                    <a:pt x="2036898" y="2148467"/>
                  </a:lnTo>
                  <a:lnTo>
                    <a:pt x="2040946" y="2135733"/>
                  </a:lnTo>
                  <a:lnTo>
                    <a:pt x="2040443" y="2148467"/>
                  </a:lnTo>
                  <a:close/>
                </a:path>
                <a:path w="2470784" h="4259580">
                  <a:moveTo>
                    <a:pt x="2069981" y="2148467"/>
                  </a:moveTo>
                  <a:lnTo>
                    <a:pt x="2064073" y="2148467"/>
                  </a:lnTo>
                  <a:lnTo>
                    <a:pt x="2061211" y="2135733"/>
                  </a:lnTo>
                  <a:lnTo>
                    <a:pt x="2071857" y="2135733"/>
                  </a:lnTo>
                  <a:lnTo>
                    <a:pt x="2069981" y="2148467"/>
                  </a:lnTo>
                  <a:close/>
                </a:path>
                <a:path w="2470784" h="4259580">
                  <a:moveTo>
                    <a:pt x="1710301" y="2161167"/>
                  </a:moveTo>
                  <a:lnTo>
                    <a:pt x="1703409" y="2161167"/>
                  </a:lnTo>
                  <a:lnTo>
                    <a:pt x="1697797" y="2148467"/>
                  </a:lnTo>
                  <a:lnTo>
                    <a:pt x="1706658" y="2148467"/>
                  </a:lnTo>
                  <a:lnTo>
                    <a:pt x="1710301" y="2161167"/>
                  </a:lnTo>
                  <a:close/>
                </a:path>
                <a:path w="2470784" h="4259580">
                  <a:moveTo>
                    <a:pt x="1998006" y="2161167"/>
                  </a:moveTo>
                  <a:lnTo>
                    <a:pt x="1987273" y="2161167"/>
                  </a:lnTo>
                  <a:lnTo>
                    <a:pt x="1996135" y="2148467"/>
                  </a:lnTo>
                  <a:lnTo>
                    <a:pt x="1998301" y="2148467"/>
                  </a:lnTo>
                  <a:lnTo>
                    <a:pt x="1998006" y="2161167"/>
                  </a:lnTo>
                  <a:close/>
                </a:path>
                <a:path w="2470784" h="4259580">
                  <a:moveTo>
                    <a:pt x="2073626" y="2173867"/>
                  </a:moveTo>
                  <a:lnTo>
                    <a:pt x="2063681" y="2173867"/>
                  </a:lnTo>
                  <a:lnTo>
                    <a:pt x="2072444" y="2148467"/>
                  </a:lnTo>
                  <a:lnTo>
                    <a:pt x="2082487" y="2161167"/>
                  </a:lnTo>
                  <a:lnTo>
                    <a:pt x="2073626" y="2173867"/>
                  </a:lnTo>
                  <a:close/>
                </a:path>
                <a:path w="2470784" h="4259580">
                  <a:moveTo>
                    <a:pt x="1461087" y="2173867"/>
                  </a:moveTo>
                  <a:lnTo>
                    <a:pt x="1461973" y="2161167"/>
                  </a:lnTo>
                  <a:lnTo>
                    <a:pt x="1467980" y="2161167"/>
                  </a:lnTo>
                  <a:lnTo>
                    <a:pt x="1461087" y="2173867"/>
                  </a:lnTo>
                  <a:close/>
                </a:path>
                <a:path w="2470784" h="4259580">
                  <a:moveTo>
                    <a:pt x="1691096" y="2173867"/>
                  </a:moveTo>
                  <a:lnTo>
                    <a:pt x="1679872" y="2173867"/>
                  </a:lnTo>
                  <a:lnTo>
                    <a:pt x="1683810" y="2161167"/>
                  </a:lnTo>
                  <a:lnTo>
                    <a:pt x="1691096" y="2173867"/>
                  </a:lnTo>
                  <a:close/>
                </a:path>
                <a:path w="2470784" h="4259580">
                  <a:moveTo>
                    <a:pt x="1768096" y="2186567"/>
                  </a:moveTo>
                  <a:lnTo>
                    <a:pt x="1762188" y="2173867"/>
                  </a:lnTo>
                  <a:lnTo>
                    <a:pt x="1757461" y="2173867"/>
                  </a:lnTo>
                  <a:lnTo>
                    <a:pt x="1753917" y="2161167"/>
                  </a:lnTo>
                  <a:lnTo>
                    <a:pt x="1773609" y="2173867"/>
                  </a:lnTo>
                  <a:lnTo>
                    <a:pt x="1768096" y="2186567"/>
                  </a:lnTo>
                  <a:close/>
                </a:path>
                <a:path w="2470784" h="4259580">
                  <a:moveTo>
                    <a:pt x="1818211" y="2186567"/>
                  </a:moveTo>
                  <a:lnTo>
                    <a:pt x="1809448" y="2173867"/>
                  </a:lnTo>
                  <a:lnTo>
                    <a:pt x="1808266" y="2161167"/>
                  </a:lnTo>
                  <a:lnTo>
                    <a:pt x="1815946" y="2161167"/>
                  </a:lnTo>
                  <a:lnTo>
                    <a:pt x="1819688" y="2173867"/>
                  </a:lnTo>
                  <a:lnTo>
                    <a:pt x="1831012" y="2173867"/>
                  </a:lnTo>
                  <a:lnTo>
                    <a:pt x="1818211" y="2186567"/>
                  </a:lnTo>
                  <a:close/>
                </a:path>
                <a:path w="2470784" h="4259580">
                  <a:moveTo>
                    <a:pt x="1831012" y="2173867"/>
                  </a:moveTo>
                  <a:lnTo>
                    <a:pt x="1819688" y="2173867"/>
                  </a:lnTo>
                  <a:lnTo>
                    <a:pt x="1829042" y="2161167"/>
                  </a:lnTo>
                  <a:lnTo>
                    <a:pt x="1831012" y="2173867"/>
                  </a:lnTo>
                  <a:close/>
                </a:path>
                <a:path w="2470784" h="4259580">
                  <a:moveTo>
                    <a:pt x="1859171" y="2173867"/>
                  </a:moveTo>
                  <a:lnTo>
                    <a:pt x="1846174" y="2173867"/>
                  </a:lnTo>
                  <a:lnTo>
                    <a:pt x="1856316" y="2161167"/>
                  </a:lnTo>
                  <a:lnTo>
                    <a:pt x="1859171" y="2173867"/>
                  </a:lnTo>
                  <a:close/>
                </a:path>
                <a:path w="2470784" h="4259580">
                  <a:moveTo>
                    <a:pt x="1876700" y="2173867"/>
                  </a:moveTo>
                  <a:lnTo>
                    <a:pt x="1871974" y="2173867"/>
                  </a:lnTo>
                  <a:lnTo>
                    <a:pt x="1873943" y="2161167"/>
                  </a:lnTo>
                  <a:lnTo>
                    <a:pt x="1876700" y="2173867"/>
                  </a:lnTo>
                  <a:close/>
                </a:path>
                <a:path w="2470784" h="4259580">
                  <a:moveTo>
                    <a:pt x="1907716" y="2173867"/>
                  </a:moveTo>
                  <a:lnTo>
                    <a:pt x="1897476" y="2161167"/>
                  </a:lnTo>
                  <a:lnTo>
                    <a:pt x="1914411" y="2161167"/>
                  </a:lnTo>
                  <a:lnTo>
                    <a:pt x="1907716" y="2173867"/>
                  </a:lnTo>
                  <a:close/>
                </a:path>
                <a:path w="2470784" h="4259580">
                  <a:moveTo>
                    <a:pt x="1957340" y="2199267"/>
                  </a:moveTo>
                  <a:lnTo>
                    <a:pt x="1945721" y="2161167"/>
                  </a:lnTo>
                  <a:lnTo>
                    <a:pt x="1963149" y="2186567"/>
                  </a:lnTo>
                  <a:lnTo>
                    <a:pt x="1957340" y="2199267"/>
                  </a:lnTo>
                  <a:close/>
                </a:path>
                <a:path w="2470784" h="4259580">
                  <a:moveTo>
                    <a:pt x="2190795" y="2173867"/>
                  </a:moveTo>
                  <a:lnTo>
                    <a:pt x="2189515" y="2173867"/>
                  </a:lnTo>
                  <a:lnTo>
                    <a:pt x="2188334" y="2161167"/>
                  </a:lnTo>
                  <a:lnTo>
                    <a:pt x="2190795" y="2173867"/>
                  </a:lnTo>
                  <a:close/>
                </a:path>
                <a:path w="2470784" h="4259580">
                  <a:moveTo>
                    <a:pt x="1625127" y="2186567"/>
                  </a:moveTo>
                  <a:lnTo>
                    <a:pt x="1626406" y="2173867"/>
                  </a:lnTo>
                  <a:lnTo>
                    <a:pt x="1632610" y="2173867"/>
                  </a:lnTo>
                  <a:lnTo>
                    <a:pt x="1625127" y="2186567"/>
                  </a:lnTo>
                  <a:close/>
                </a:path>
                <a:path w="2470784" h="4259580">
                  <a:moveTo>
                    <a:pt x="1795669" y="2199267"/>
                  </a:moveTo>
                  <a:lnTo>
                    <a:pt x="1789269" y="2186567"/>
                  </a:lnTo>
                  <a:lnTo>
                    <a:pt x="1793503" y="2173867"/>
                  </a:lnTo>
                  <a:lnTo>
                    <a:pt x="1803152" y="2173867"/>
                  </a:lnTo>
                  <a:lnTo>
                    <a:pt x="1795669" y="2199267"/>
                  </a:lnTo>
                  <a:close/>
                </a:path>
                <a:path w="2470784" h="4259580">
                  <a:moveTo>
                    <a:pt x="1870890" y="2186567"/>
                  </a:moveTo>
                  <a:lnTo>
                    <a:pt x="1864983" y="2173867"/>
                  </a:lnTo>
                  <a:lnTo>
                    <a:pt x="1870300" y="2173867"/>
                  </a:lnTo>
                  <a:lnTo>
                    <a:pt x="1870890" y="2186567"/>
                  </a:lnTo>
                  <a:close/>
                </a:path>
                <a:path w="2470784" h="4259580">
                  <a:moveTo>
                    <a:pt x="1927506" y="2186567"/>
                  </a:moveTo>
                  <a:lnTo>
                    <a:pt x="1924061" y="2186567"/>
                  </a:lnTo>
                  <a:lnTo>
                    <a:pt x="1924356" y="2173867"/>
                  </a:lnTo>
                  <a:lnTo>
                    <a:pt x="1927506" y="2186567"/>
                  </a:lnTo>
                  <a:close/>
                </a:path>
                <a:path w="2470784" h="4259580">
                  <a:moveTo>
                    <a:pt x="1993180" y="2186567"/>
                  </a:moveTo>
                  <a:lnTo>
                    <a:pt x="1982940" y="2186567"/>
                  </a:lnTo>
                  <a:lnTo>
                    <a:pt x="1989439" y="2173867"/>
                  </a:lnTo>
                  <a:lnTo>
                    <a:pt x="1993180" y="2186567"/>
                  </a:lnTo>
                  <a:close/>
                </a:path>
                <a:path w="2470784" h="4259580">
                  <a:moveTo>
                    <a:pt x="2040640" y="2186567"/>
                  </a:moveTo>
                  <a:lnTo>
                    <a:pt x="2036800" y="2173867"/>
                  </a:lnTo>
                  <a:lnTo>
                    <a:pt x="2048616" y="2173867"/>
                  </a:lnTo>
                  <a:lnTo>
                    <a:pt x="2040640" y="2186567"/>
                  </a:lnTo>
                  <a:close/>
                </a:path>
                <a:path w="2470784" h="4259580">
                  <a:moveTo>
                    <a:pt x="1590861" y="2199267"/>
                  </a:moveTo>
                  <a:lnTo>
                    <a:pt x="1588597" y="2199267"/>
                  </a:lnTo>
                  <a:lnTo>
                    <a:pt x="1598443" y="2186567"/>
                  </a:lnTo>
                  <a:lnTo>
                    <a:pt x="1602086" y="2186567"/>
                  </a:lnTo>
                  <a:lnTo>
                    <a:pt x="1590861" y="2199267"/>
                  </a:lnTo>
                  <a:close/>
                </a:path>
                <a:path w="2470784" h="4259580">
                  <a:moveTo>
                    <a:pt x="1623551" y="2199267"/>
                  </a:moveTo>
                  <a:lnTo>
                    <a:pt x="1617446" y="2186567"/>
                  </a:lnTo>
                  <a:lnTo>
                    <a:pt x="1629950" y="2186567"/>
                  </a:lnTo>
                  <a:lnTo>
                    <a:pt x="1623551" y="2199267"/>
                  </a:lnTo>
                  <a:close/>
                </a:path>
                <a:path w="2470784" h="4259580">
                  <a:moveTo>
                    <a:pt x="1645410" y="2199267"/>
                  </a:moveTo>
                  <a:lnTo>
                    <a:pt x="1642357" y="2186567"/>
                  </a:lnTo>
                  <a:lnTo>
                    <a:pt x="1651416" y="2186567"/>
                  </a:lnTo>
                  <a:lnTo>
                    <a:pt x="1645410" y="2199267"/>
                  </a:lnTo>
                  <a:close/>
                </a:path>
                <a:path w="2470784" h="4259580">
                  <a:moveTo>
                    <a:pt x="1711676" y="2199267"/>
                  </a:moveTo>
                  <a:lnTo>
                    <a:pt x="1692869" y="2199267"/>
                  </a:lnTo>
                  <a:lnTo>
                    <a:pt x="1704291" y="2186567"/>
                  </a:lnTo>
                  <a:lnTo>
                    <a:pt x="1711676" y="2199267"/>
                  </a:lnTo>
                  <a:close/>
                </a:path>
                <a:path w="2470784" h="4259580">
                  <a:moveTo>
                    <a:pt x="1826088" y="2199267"/>
                  </a:moveTo>
                  <a:lnTo>
                    <a:pt x="1823824" y="2199267"/>
                  </a:lnTo>
                  <a:lnTo>
                    <a:pt x="1824514" y="2186567"/>
                  </a:lnTo>
                  <a:lnTo>
                    <a:pt x="1830027" y="2186567"/>
                  </a:lnTo>
                  <a:lnTo>
                    <a:pt x="1826088" y="2199267"/>
                  </a:lnTo>
                  <a:close/>
                </a:path>
                <a:path w="2470784" h="4259580">
                  <a:moveTo>
                    <a:pt x="1754310" y="2211967"/>
                  </a:moveTo>
                  <a:lnTo>
                    <a:pt x="1748796" y="2211967"/>
                  </a:lnTo>
                  <a:lnTo>
                    <a:pt x="1754901" y="2199267"/>
                  </a:lnTo>
                  <a:lnTo>
                    <a:pt x="1754310" y="2211967"/>
                  </a:lnTo>
                  <a:close/>
                </a:path>
                <a:path w="2470784" h="4259580">
                  <a:moveTo>
                    <a:pt x="1809253" y="2211967"/>
                  </a:moveTo>
                  <a:lnTo>
                    <a:pt x="1805314" y="2199267"/>
                  </a:lnTo>
                  <a:lnTo>
                    <a:pt x="1808564" y="2199267"/>
                  </a:lnTo>
                  <a:lnTo>
                    <a:pt x="1809253" y="2211967"/>
                  </a:lnTo>
                  <a:close/>
                </a:path>
                <a:path w="2470784" h="4259580">
                  <a:moveTo>
                    <a:pt x="1906633" y="2211967"/>
                  </a:moveTo>
                  <a:lnTo>
                    <a:pt x="1901118" y="2199267"/>
                  </a:lnTo>
                  <a:lnTo>
                    <a:pt x="1913623" y="2199267"/>
                  </a:lnTo>
                  <a:lnTo>
                    <a:pt x="1906633" y="2211967"/>
                  </a:lnTo>
                  <a:close/>
                </a:path>
                <a:path w="2470784" h="4259580">
                  <a:moveTo>
                    <a:pt x="2016418" y="2224667"/>
                  </a:moveTo>
                  <a:lnTo>
                    <a:pt x="2013661" y="2211967"/>
                  </a:lnTo>
                  <a:lnTo>
                    <a:pt x="2015532" y="2199267"/>
                  </a:lnTo>
                  <a:lnTo>
                    <a:pt x="2021144" y="2199267"/>
                  </a:lnTo>
                  <a:lnTo>
                    <a:pt x="2016418" y="2224667"/>
                  </a:lnTo>
                  <a:close/>
                </a:path>
                <a:path w="2470784" h="4259580">
                  <a:moveTo>
                    <a:pt x="1715417" y="2224667"/>
                  </a:moveTo>
                  <a:lnTo>
                    <a:pt x="1711479" y="2211967"/>
                  </a:lnTo>
                  <a:lnTo>
                    <a:pt x="1720931" y="2211967"/>
                  </a:lnTo>
                  <a:lnTo>
                    <a:pt x="1715417" y="2224667"/>
                  </a:lnTo>
                  <a:close/>
                </a:path>
                <a:path w="2470784" h="4259580">
                  <a:moveTo>
                    <a:pt x="1797835" y="2224667"/>
                  </a:moveTo>
                  <a:lnTo>
                    <a:pt x="1793995" y="2211967"/>
                  </a:lnTo>
                  <a:lnTo>
                    <a:pt x="1799509" y="2211967"/>
                  </a:lnTo>
                  <a:lnTo>
                    <a:pt x="1797835" y="2224667"/>
                  </a:lnTo>
                  <a:close/>
                </a:path>
                <a:path w="2470784" h="4259580">
                  <a:moveTo>
                    <a:pt x="1938140" y="2224667"/>
                  </a:moveTo>
                  <a:lnTo>
                    <a:pt x="1927407" y="2224667"/>
                  </a:lnTo>
                  <a:lnTo>
                    <a:pt x="1934989" y="2211967"/>
                  </a:lnTo>
                  <a:lnTo>
                    <a:pt x="1938140" y="2224667"/>
                  </a:lnTo>
                  <a:close/>
                </a:path>
                <a:path w="2470784" h="4259580">
                  <a:moveTo>
                    <a:pt x="1973193" y="2237367"/>
                  </a:moveTo>
                  <a:lnTo>
                    <a:pt x="1965415" y="2224667"/>
                  </a:lnTo>
                  <a:lnTo>
                    <a:pt x="1960787" y="2224667"/>
                  </a:lnTo>
                  <a:lnTo>
                    <a:pt x="1957144" y="2211967"/>
                  </a:lnTo>
                  <a:lnTo>
                    <a:pt x="1976836" y="2224667"/>
                  </a:lnTo>
                  <a:lnTo>
                    <a:pt x="1973193" y="2237367"/>
                  </a:lnTo>
                  <a:close/>
                </a:path>
                <a:path w="2470784" h="4259580">
                  <a:moveTo>
                    <a:pt x="2030104" y="2224667"/>
                  </a:moveTo>
                  <a:lnTo>
                    <a:pt x="2020750" y="2224667"/>
                  </a:lnTo>
                  <a:lnTo>
                    <a:pt x="2027052" y="2211967"/>
                  </a:lnTo>
                  <a:lnTo>
                    <a:pt x="2033944" y="2211967"/>
                  </a:lnTo>
                  <a:lnTo>
                    <a:pt x="2030104" y="2224667"/>
                  </a:lnTo>
                  <a:close/>
                </a:path>
                <a:path w="2470784" h="4259580">
                  <a:moveTo>
                    <a:pt x="2216298" y="2224667"/>
                  </a:moveTo>
                  <a:lnTo>
                    <a:pt x="2210489" y="2224667"/>
                  </a:lnTo>
                  <a:lnTo>
                    <a:pt x="2213639" y="2211967"/>
                  </a:lnTo>
                  <a:lnTo>
                    <a:pt x="2216298" y="2224667"/>
                  </a:lnTo>
                  <a:close/>
                </a:path>
                <a:path w="2470784" h="4259580">
                  <a:moveTo>
                    <a:pt x="1571564" y="2250067"/>
                  </a:moveTo>
                  <a:lnTo>
                    <a:pt x="1564967" y="2224667"/>
                  </a:lnTo>
                  <a:lnTo>
                    <a:pt x="1577964" y="2237367"/>
                  </a:lnTo>
                  <a:lnTo>
                    <a:pt x="1571564" y="2250067"/>
                  </a:lnTo>
                  <a:close/>
                </a:path>
                <a:path w="2470784" h="4259580">
                  <a:moveTo>
                    <a:pt x="1706752" y="2237367"/>
                  </a:moveTo>
                  <a:lnTo>
                    <a:pt x="1696118" y="2237367"/>
                  </a:lnTo>
                  <a:lnTo>
                    <a:pt x="1704094" y="2224667"/>
                  </a:lnTo>
                  <a:lnTo>
                    <a:pt x="1706752" y="2237367"/>
                  </a:lnTo>
                  <a:close/>
                </a:path>
                <a:path w="2470784" h="4259580">
                  <a:moveTo>
                    <a:pt x="1794093" y="2237367"/>
                  </a:moveTo>
                  <a:lnTo>
                    <a:pt x="1791041" y="2237367"/>
                  </a:lnTo>
                  <a:lnTo>
                    <a:pt x="1789958" y="2224667"/>
                  </a:lnTo>
                  <a:lnTo>
                    <a:pt x="1794093" y="2237367"/>
                  </a:lnTo>
                  <a:close/>
                </a:path>
                <a:path w="2470784" h="4259580">
                  <a:moveTo>
                    <a:pt x="1833179" y="2237367"/>
                  </a:moveTo>
                  <a:lnTo>
                    <a:pt x="1819295" y="2237367"/>
                  </a:lnTo>
                  <a:lnTo>
                    <a:pt x="1830717" y="2224667"/>
                  </a:lnTo>
                  <a:lnTo>
                    <a:pt x="1833179" y="2237367"/>
                  </a:lnTo>
                  <a:close/>
                </a:path>
                <a:path w="2470784" h="4259580">
                  <a:moveTo>
                    <a:pt x="2003716" y="2237367"/>
                  </a:moveTo>
                  <a:lnTo>
                    <a:pt x="1994461" y="2237367"/>
                  </a:lnTo>
                  <a:lnTo>
                    <a:pt x="1992787" y="2224667"/>
                  </a:lnTo>
                  <a:lnTo>
                    <a:pt x="2003814" y="2224667"/>
                  </a:lnTo>
                  <a:lnTo>
                    <a:pt x="2003716" y="2237367"/>
                  </a:lnTo>
                  <a:close/>
                </a:path>
                <a:path w="2470784" h="4259580">
                  <a:moveTo>
                    <a:pt x="1632806" y="2250067"/>
                  </a:moveTo>
                  <a:lnTo>
                    <a:pt x="1613606" y="2250067"/>
                  </a:lnTo>
                  <a:lnTo>
                    <a:pt x="1619907" y="2237367"/>
                  </a:lnTo>
                  <a:lnTo>
                    <a:pt x="1626701" y="2237367"/>
                  </a:lnTo>
                  <a:lnTo>
                    <a:pt x="1632806" y="2250067"/>
                  </a:lnTo>
                  <a:close/>
                </a:path>
                <a:path w="2470784" h="4259580">
                  <a:moveTo>
                    <a:pt x="1715417" y="2250067"/>
                  </a:moveTo>
                  <a:lnTo>
                    <a:pt x="1703897" y="2250067"/>
                  </a:lnTo>
                  <a:lnTo>
                    <a:pt x="1707442" y="2237367"/>
                  </a:lnTo>
                  <a:lnTo>
                    <a:pt x="1714826" y="2237367"/>
                  </a:lnTo>
                  <a:lnTo>
                    <a:pt x="1715417" y="2250067"/>
                  </a:lnTo>
                  <a:close/>
                </a:path>
                <a:path w="2470784" h="4259580">
                  <a:moveTo>
                    <a:pt x="1768985" y="2250067"/>
                  </a:moveTo>
                  <a:lnTo>
                    <a:pt x="1770758" y="2237367"/>
                  </a:lnTo>
                  <a:lnTo>
                    <a:pt x="1773318" y="2237367"/>
                  </a:lnTo>
                  <a:lnTo>
                    <a:pt x="1768985" y="2250067"/>
                  </a:lnTo>
                  <a:close/>
                </a:path>
                <a:path w="2470784" h="4259580">
                  <a:moveTo>
                    <a:pt x="1801377" y="2250067"/>
                  </a:moveTo>
                  <a:lnTo>
                    <a:pt x="1792514" y="2237367"/>
                  </a:lnTo>
                  <a:lnTo>
                    <a:pt x="1805019" y="2237367"/>
                  </a:lnTo>
                  <a:lnTo>
                    <a:pt x="1801377" y="2250067"/>
                  </a:lnTo>
                  <a:close/>
                </a:path>
                <a:path w="2470784" h="4259580">
                  <a:moveTo>
                    <a:pt x="1853756" y="2250067"/>
                  </a:moveTo>
                  <a:lnTo>
                    <a:pt x="1845092" y="2237367"/>
                  </a:lnTo>
                  <a:lnTo>
                    <a:pt x="1857892" y="2237367"/>
                  </a:lnTo>
                  <a:lnTo>
                    <a:pt x="1853756" y="2250067"/>
                  </a:lnTo>
                  <a:close/>
                </a:path>
                <a:path w="2470784" h="4259580">
                  <a:moveTo>
                    <a:pt x="1914903" y="2250067"/>
                  </a:moveTo>
                  <a:lnTo>
                    <a:pt x="1904171" y="2237367"/>
                  </a:lnTo>
                  <a:lnTo>
                    <a:pt x="1914509" y="2237367"/>
                  </a:lnTo>
                  <a:lnTo>
                    <a:pt x="1914903" y="2250067"/>
                  </a:lnTo>
                  <a:close/>
                </a:path>
                <a:path w="2470784" h="4259580">
                  <a:moveTo>
                    <a:pt x="1504215" y="2262767"/>
                  </a:moveTo>
                  <a:lnTo>
                    <a:pt x="1501359" y="2262767"/>
                  </a:lnTo>
                  <a:lnTo>
                    <a:pt x="1505987" y="2250067"/>
                  </a:lnTo>
                  <a:lnTo>
                    <a:pt x="1504215" y="2262767"/>
                  </a:lnTo>
                  <a:close/>
                </a:path>
                <a:path w="2470784" h="4259580">
                  <a:moveTo>
                    <a:pt x="1790742" y="2262767"/>
                  </a:moveTo>
                  <a:lnTo>
                    <a:pt x="1782570" y="2262767"/>
                  </a:lnTo>
                  <a:lnTo>
                    <a:pt x="1780896" y="2250067"/>
                  </a:lnTo>
                  <a:lnTo>
                    <a:pt x="1789954" y="2250067"/>
                  </a:lnTo>
                  <a:lnTo>
                    <a:pt x="1790742" y="2262767"/>
                  </a:lnTo>
                  <a:close/>
                </a:path>
                <a:path w="2470784" h="4259580">
                  <a:moveTo>
                    <a:pt x="1834754" y="2262767"/>
                  </a:moveTo>
                  <a:lnTo>
                    <a:pt x="1833277" y="2250067"/>
                  </a:lnTo>
                  <a:lnTo>
                    <a:pt x="1835443" y="2250067"/>
                  </a:lnTo>
                  <a:lnTo>
                    <a:pt x="1834754" y="2262767"/>
                  </a:lnTo>
                  <a:close/>
                </a:path>
                <a:path w="2470784" h="4259580">
                  <a:moveTo>
                    <a:pt x="1921598" y="2262767"/>
                  </a:moveTo>
                  <a:lnTo>
                    <a:pt x="1918645" y="2262767"/>
                  </a:lnTo>
                  <a:lnTo>
                    <a:pt x="1918841" y="2250067"/>
                  </a:lnTo>
                  <a:lnTo>
                    <a:pt x="1921598" y="2262767"/>
                  </a:lnTo>
                  <a:close/>
                </a:path>
                <a:path w="2470784" h="4259580">
                  <a:moveTo>
                    <a:pt x="1648757" y="2275467"/>
                  </a:moveTo>
                  <a:lnTo>
                    <a:pt x="1628277" y="2262767"/>
                  </a:lnTo>
                  <a:lnTo>
                    <a:pt x="1647379" y="2262767"/>
                  </a:lnTo>
                  <a:lnTo>
                    <a:pt x="1648757" y="2275467"/>
                  </a:lnTo>
                  <a:close/>
                </a:path>
                <a:path w="2470784" h="4259580">
                  <a:moveTo>
                    <a:pt x="1658604" y="2275467"/>
                  </a:moveTo>
                  <a:lnTo>
                    <a:pt x="1658013" y="2262767"/>
                  </a:lnTo>
                  <a:lnTo>
                    <a:pt x="1664709" y="2262767"/>
                  </a:lnTo>
                  <a:lnTo>
                    <a:pt x="1658604" y="2275467"/>
                  </a:lnTo>
                  <a:close/>
                </a:path>
                <a:path w="2470784" h="4259580">
                  <a:moveTo>
                    <a:pt x="1531587" y="2288167"/>
                  </a:moveTo>
                  <a:lnTo>
                    <a:pt x="1530898" y="2288167"/>
                  </a:lnTo>
                  <a:lnTo>
                    <a:pt x="1540941" y="2275467"/>
                  </a:lnTo>
                  <a:lnTo>
                    <a:pt x="1531587" y="2288167"/>
                  </a:lnTo>
                  <a:close/>
                </a:path>
                <a:path w="2470784" h="4259580">
                  <a:moveTo>
                    <a:pt x="1781288" y="2288167"/>
                  </a:moveTo>
                  <a:lnTo>
                    <a:pt x="1774790" y="2288167"/>
                  </a:lnTo>
                  <a:lnTo>
                    <a:pt x="1767405" y="2275467"/>
                  </a:lnTo>
                  <a:lnTo>
                    <a:pt x="1781288" y="2288167"/>
                  </a:lnTo>
                  <a:close/>
                </a:path>
                <a:path w="2470784" h="4259580">
                  <a:moveTo>
                    <a:pt x="1840169" y="2300867"/>
                  </a:moveTo>
                  <a:lnTo>
                    <a:pt x="1827861" y="2300867"/>
                  </a:lnTo>
                  <a:lnTo>
                    <a:pt x="1815356" y="2288167"/>
                  </a:lnTo>
                  <a:lnTo>
                    <a:pt x="1823233" y="2275467"/>
                  </a:lnTo>
                  <a:lnTo>
                    <a:pt x="1840169" y="2300867"/>
                  </a:lnTo>
                  <a:close/>
                </a:path>
                <a:path w="2470784" h="4259580">
                  <a:moveTo>
                    <a:pt x="1876503" y="2288167"/>
                  </a:moveTo>
                  <a:lnTo>
                    <a:pt x="1866065" y="2288167"/>
                  </a:lnTo>
                  <a:lnTo>
                    <a:pt x="1869216" y="2275467"/>
                  </a:lnTo>
                  <a:lnTo>
                    <a:pt x="1876503" y="2288167"/>
                  </a:lnTo>
                  <a:close/>
                </a:path>
                <a:path w="2470784" h="4259580">
                  <a:moveTo>
                    <a:pt x="1907518" y="2288167"/>
                  </a:moveTo>
                  <a:lnTo>
                    <a:pt x="1898952" y="2275467"/>
                  </a:lnTo>
                  <a:lnTo>
                    <a:pt x="1909586" y="2275467"/>
                  </a:lnTo>
                  <a:lnTo>
                    <a:pt x="1907518" y="2288167"/>
                  </a:lnTo>
                  <a:close/>
                </a:path>
                <a:path w="2470784" h="4259580">
                  <a:moveTo>
                    <a:pt x="1644327" y="2300867"/>
                  </a:moveTo>
                  <a:lnTo>
                    <a:pt x="1636253" y="2288167"/>
                  </a:lnTo>
                  <a:lnTo>
                    <a:pt x="1649348" y="2288167"/>
                  </a:lnTo>
                  <a:lnTo>
                    <a:pt x="1644327" y="2300867"/>
                  </a:lnTo>
                  <a:close/>
                </a:path>
                <a:path w="2470784" h="4259580">
                  <a:moveTo>
                    <a:pt x="1661557" y="2300867"/>
                  </a:moveTo>
                  <a:lnTo>
                    <a:pt x="1650332" y="2300867"/>
                  </a:lnTo>
                  <a:lnTo>
                    <a:pt x="1650136" y="2288167"/>
                  </a:lnTo>
                  <a:lnTo>
                    <a:pt x="1661557" y="2300867"/>
                  </a:lnTo>
                  <a:close/>
                </a:path>
                <a:path w="2470784" h="4259580">
                  <a:moveTo>
                    <a:pt x="1914114" y="2300867"/>
                  </a:moveTo>
                  <a:lnTo>
                    <a:pt x="1907222" y="2288167"/>
                  </a:lnTo>
                  <a:lnTo>
                    <a:pt x="1918644" y="2288167"/>
                  </a:lnTo>
                  <a:lnTo>
                    <a:pt x="1914114" y="2300867"/>
                  </a:lnTo>
                  <a:close/>
                </a:path>
                <a:path w="2470784" h="4259580">
                  <a:moveTo>
                    <a:pt x="1986289" y="2300867"/>
                  </a:moveTo>
                  <a:lnTo>
                    <a:pt x="1984221" y="2300867"/>
                  </a:lnTo>
                  <a:lnTo>
                    <a:pt x="1994658" y="2288167"/>
                  </a:lnTo>
                  <a:lnTo>
                    <a:pt x="1986289" y="2300867"/>
                  </a:lnTo>
                  <a:close/>
                </a:path>
                <a:path w="2470784" h="4259580">
                  <a:moveTo>
                    <a:pt x="1505888" y="2313567"/>
                  </a:moveTo>
                  <a:lnTo>
                    <a:pt x="1504510" y="2313567"/>
                  </a:lnTo>
                  <a:lnTo>
                    <a:pt x="1505790" y="2300867"/>
                  </a:lnTo>
                  <a:lnTo>
                    <a:pt x="1509630" y="2300867"/>
                  </a:lnTo>
                  <a:lnTo>
                    <a:pt x="1505888" y="2313567"/>
                  </a:lnTo>
                  <a:close/>
                </a:path>
                <a:path w="2470784" h="4259580">
                  <a:moveTo>
                    <a:pt x="1530603" y="2313567"/>
                  </a:moveTo>
                  <a:lnTo>
                    <a:pt x="1521544" y="2313567"/>
                  </a:lnTo>
                  <a:lnTo>
                    <a:pt x="1518000" y="2300867"/>
                  </a:lnTo>
                  <a:lnTo>
                    <a:pt x="1527945" y="2300867"/>
                  </a:lnTo>
                  <a:lnTo>
                    <a:pt x="1530603" y="2313567"/>
                  </a:lnTo>
                  <a:close/>
                </a:path>
                <a:path w="2470784" h="4259580">
                  <a:moveTo>
                    <a:pt x="1707540" y="2313567"/>
                  </a:moveTo>
                  <a:lnTo>
                    <a:pt x="1704586" y="2300867"/>
                  </a:lnTo>
                  <a:lnTo>
                    <a:pt x="1709313" y="2300867"/>
                  </a:lnTo>
                  <a:lnTo>
                    <a:pt x="1707540" y="2313567"/>
                  </a:lnTo>
                  <a:close/>
                </a:path>
                <a:path w="2470784" h="4259580">
                  <a:moveTo>
                    <a:pt x="1851985" y="2313567"/>
                  </a:moveTo>
                  <a:lnTo>
                    <a:pt x="1831603" y="2313567"/>
                  </a:lnTo>
                  <a:lnTo>
                    <a:pt x="1823824" y="2300867"/>
                  </a:lnTo>
                  <a:lnTo>
                    <a:pt x="1850606" y="2300867"/>
                  </a:lnTo>
                  <a:lnTo>
                    <a:pt x="1851985" y="2313567"/>
                  </a:lnTo>
                  <a:close/>
                </a:path>
                <a:path w="2470784" h="4259580">
                  <a:moveTo>
                    <a:pt x="1915788" y="2313567"/>
                  </a:moveTo>
                  <a:lnTo>
                    <a:pt x="1911554" y="2313567"/>
                  </a:lnTo>
                  <a:lnTo>
                    <a:pt x="1914705" y="2300867"/>
                  </a:lnTo>
                  <a:lnTo>
                    <a:pt x="1915788" y="2313567"/>
                  </a:lnTo>
                  <a:close/>
                </a:path>
                <a:path w="2470784" h="4259580">
                  <a:moveTo>
                    <a:pt x="1960984" y="2313567"/>
                  </a:moveTo>
                  <a:lnTo>
                    <a:pt x="1959113" y="2313567"/>
                  </a:lnTo>
                  <a:lnTo>
                    <a:pt x="1950744" y="2300867"/>
                  </a:lnTo>
                  <a:lnTo>
                    <a:pt x="1960984" y="2313567"/>
                  </a:lnTo>
                  <a:close/>
                </a:path>
                <a:path w="2470784" h="4259580">
                  <a:moveTo>
                    <a:pt x="1577962" y="2338967"/>
                  </a:moveTo>
                  <a:lnTo>
                    <a:pt x="1572251" y="2338967"/>
                  </a:lnTo>
                  <a:lnTo>
                    <a:pt x="1564178" y="2326267"/>
                  </a:lnTo>
                  <a:lnTo>
                    <a:pt x="1573236" y="2313567"/>
                  </a:lnTo>
                  <a:lnTo>
                    <a:pt x="1575205" y="2313567"/>
                  </a:lnTo>
                  <a:lnTo>
                    <a:pt x="1581605" y="2326267"/>
                  </a:lnTo>
                  <a:lnTo>
                    <a:pt x="1575698" y="2326267"/>
                  </a:lnTo>
                  <a:lnTo>
                    <a:pt x="1577962" y="2338967"/>
                  </a:lnTo>
                  <a:close/>
                </a:path>
                <a:path w="2470784" h="4259580">
                  <a:moveTo>
                    <a:pt x="1616166" y="2326267"/>
                  </a:moveTo>
                  <a:lnTo>
                    <a:pt x="1601101" y="2326267"/>
                  </a:lnTo>
                  <a:lnTo>
                    <a:pt x="1602086" y="2313567"/>
                  </a:lnTo>
                  <a:lnTo>
                    <a:pt x="1616166" y="2326267"/>
                  </a:lnTo>
                  <a:close/>
                </a:path>
                <a:path w="2470784" h="4259580">
                  <a:moveTo>
                    <a:pt x="1660376" y="2326267"/>
                  </a:moveTo>
                  <a:lnTo>
                    <a:pt x="1648954" y="2313567"/>
                  </a:lnTo>
                  <a:lnTo>
                    <a:pt x="1659490" y="2313567"/>
                  </a:lnTo>
                  <a:lnTo>
                    <a:pt x="1660376" y="2326267"/>
                  </a:lnTo>
                  <a:close/>
                </a:path>
                <a:path w="2470784" h="4259580">
                  <a:moveTo>
                    <a:pt x="1704689" y="2326267"/>
                  </a:moveTo>
                  <a:lnTo>
                    <a:pt x="1697304" y="2326267"/>
                  </a:lnTo>
                  <a:lnTo>
                    <a:pt x="1705870" y="2313567"/>
                  </a:lnTo>
                  <a:lnTo>
                    <a:pt x="1704689" y="2326267"/>
                  </a:lnTo>
                  <a:close/>
                </a:path>
                <a:path w="2470784" h="4259580">
                  <a:moveTo>
                    <a:pt x="1723885" y="2326267"/>
                  </a:moveTo>
                  <a:lnTo>
                    <a:pt x="1713940" y="2326267"/>
                  </a:lnTo>
                  <a:lnTo>
                    <a:pt x="1715417" y="2313567"/>
                  </a:lnTo>
                  <a:lnTo>
                    <a:pt x="1723097" y="2313567"/>
                  </a:lnTo>
                  <a:lnTo>
                    <a:pt x="1723885" y="2326267"/>
                  </a:lnTo>
                  <a:close/>
                </a:path>
                <a:path w="2470784" h="4259580">
                  <a:moveTo>
                    <a:pt x="1861930" y="2326267"/>
                  </a:moveTo>
                  <a:lnTo>
                    <a:pt x="1865474" y="2313567"/>
                  </a:lnTo>
                  <a:lnTo>
                    <a:pt x="1868921" y="2313567"/>
                  </a:lnTo>
                  <a:lnTo>
                    <a:pt x="1861930" y="2326267"/>
                  </a:lnTo>
                  <a:close/>
                </a:path>
                <a:path w="2470784" h="4259580">
                  <a:moveTo>
                    <a:pt x="2135362" y="2326267"/>
                  </a:moveTo>
                  <a:lnTo>
                    <a:pt x="2138906" y="2313567"/>
                  </a:lnTo>
                  <a:lnTo>
                    <a:pt x="2141368" y="2313567"/>
                  </a:lnTo>
                  <a:lnTo>
                    <a:pt x="2135362" y="2326267"/>
                  </a:lnTo>
                  <a:close/>
                </a:path>
                <a:path w="2470784" h="4259580">
                  <a:moveTo>
                    <a:pt x="1677508" y="2338967"/>
                  </a:moveTo>
                  <a:lnTo>
                    <a:pt x="1663329" y="2338967"/>
                  </a:lnTo>
                  <a:lnTo>
                    <a:pt x="1671896" y="2326267"/>
                  </a:lnTo>
                  <a:lnTo>
                    <a:pt x="1677508" y="2338967"/>
                  </a:lnTo>
                  <a:close/>
                </a:path>
                <a:path w="2470784" h="4259580">
                  <a:moveTo>
                    <a:pt x="1699864" y="2338967"/>
                  </a:moveTo>
                  <a:lnTo>
                    <a:pt x="1688738" y="2338967"/>
                  </a:lnTo>
                  <a:lnTo>
                    <a:pt x="1699471" y="2326267"/>
                  </a:lnTo>
                  <a:lnTo>
                    <a:pt x="1699864" y="2338967"/>
                  </a:lnTo>
                  <a:close/>
                </a:path>
                <a:path w="2470784" h="4259580">
                  <a:moveTo>
                    <a:pt x="1851985" y="2338967"/>
                  </a:moveTo>
                  <a:lnTo>
                    <a:pt x="1843714" y="2338967"/>
                  </a:lnTo>
                  <a:lnTo>
                    <a:pt x="1850114" y="2326267"/>
                  </a:lnTo>
                  <a:lnTo>
                    <a:pt x="1851985" y="2338967"/>
                  </a:lnTo>
                  <a:close/>
                </a:path>
                <a:path w="2470784" h="4259580">
                  <a:moveTo>
                    <a:pt x="1935679" y="2338967"/>
                  </a:moveTo>
                  <a:lnTo>
                    <a:pt x="1932232" y="2326267"/>
                  </a:lnTo>
                  <a:lnTo>
                    <a:pt x="1935580" y="2326267"/>
                  </a:lnTo>
                  <a:lnTo>
                    <a:pt x="1935679" y="2338967"/>
                  </a:lnTo>
                  <a:close/>
                </a:path>
                <a:path w="2470784" h="4259580">
                  <a:moveTo>
                    <a:pt x="1606812" y="2351667"/>
                  </a:moveTo>
                  <a:lnTo>
                    <a:pt x="1590861" y="2351667"/>
                  </a:lnTo>
                  <a:lnTo>
                    <a:pt x="1587317" y="2338967"/>
                  </a:lnTo>
                  <a:lnTo>
                    <a:pt x="1601101" y="2338967"/>
                  </a:lnTo>
                  <a:lnTo>
                    <a:pt x="1606812" y="2351667"/>
                  </a:lnTo>
                  <a:close/>
                </a:path>
                <a:path w="2470784" h="4259580">
                  <a:moveTo>
                    <a:pt x="1867148" y="2351667"/>
                  </a:moveTo>
                  <a:lnTo>
                    <a:pt x="1853658" y="2351667"/>
                  </a:lnTo>
                  <a:lnTo>
                    <a:pt x="1853362" y="2338967"/>
                  </a:lnTo>
                  <a:lnTo>
                    <a:pt x="1867148" y="2351667"/>
                  </a:lnTo>
                  <a:close/>
                </a:path>
                <a:path w="2470784" h="4259580">
                  <a:moveTo>
                    <a:pt x="1949956" y="2351667"/>
                  </a:moveTo>
                  <a:lnTo>
                    <a:pt x="1950054" y="2338967"/>
                  </a:lnTo>
                  <a:lnTo>
                    <a:pt x="1956061" y="2338967"/>
                  </a:lnTo>
                  <a:lnTo>
                    <a:pt x="1949956" y="2351667"/>
                  </a:lnTo>
                  <a:close/>
                </a:path>
                <a:path w="2470784" h="4259580">
                  <a:moveTo>
                    <a:pt x="1682432" y="2364367"/>
                  </a:moveTo>
                  <a:lnTo>
                    <a:pt x="1668648" y="2364367"/>
                  </a:lnTo>
                  <a:lnTo>
                    <a:pt x="1675343" y="2351667"/>
                  </a:lnTo>
                  <a:lnTo>
                    <a:pt x="1682432" y="2364367"/>
                  </a:lnTo>
                  <a:close/>
                </a:path>
                <a:path w="2470784" h="4259580">
                  <a:moveTo>
                    <a:pt x="1724869" y="2364367"/>
                  </a:moveTo>
                  <a:lnTo>
                    <a:pt x="1720537" y="2351667"/>
                  </a:lnTo>
                  <a:lnTo>
                    <a:pt x="1741805" y="2351667"/>
                  </a:lnTo>
                  <a:lnTo>
                    <a:pt x="1724869" y="2364367"/>
                  </a:lnTo>
                  <a:close/>
                </a:path>
                <a:path w="2470784" h="4259580">
                  <a:moveTo>
                    <a:pt x="1927802" y="2364367"/>
                  </a:moveTo>
                  <a:lnTo>
                    <a:pt x="1917266" y="2364367"/>
                  </a:lnTo>
                  <a:lnTo>
                    <a:pt x="1923469" y="2351667"/>
                  </a:lnTo>
                  <a:lnTo>
                    <a:pt x="1927802" y="2364367"/>
                  </a:lnTo>
                  <a:close/>
                </a:path>
                <a:path w="2470784" h="4259580">
                  <a:moveTo>
                    <a:pt x="1510221" y="2377067"/>
                  </a:moveTo>
                  <a:lnTo>
                    <a:pt x="1505593" y="2364367"/>
                  </a:lnTo>
                  <a:lnTo>
                    <a:pt x="1518097" y="2364367"/>
                  </a:lnTo>
                  <a:lnTo>
                    <a:pt x="1510221" y="2377067"/>
                  </a:lnTo>
                  <a:close/>
                </a:path>
                <a:path w="2470784" h="4259580">
                  <a:moveTo>
                    <a:pt x="1687655" y="2377067"/>
                  </a:moveTo>
                  <a:lnTo>
                    <a:pt x="1688935" y="2364367"/>
                  </a:lnTo>
                  <a:lnTo>
                    <a:pt x="1691397" y="2364367"/>
                  </a:lnTo>
                  <a:lnTo>
                    <a:pt x="1687655" y="2377067"/>
                  </a:lnTo>
                  <a:close/>
                </a:path>
                <a:path w="2470784" h="4259580">
                  <a:moveTo>
                    <a:pt x="1777941" y="2389767"/>
                  </a:moveTo>
                  <a:lnTo>
                    <a:pt x="1768390" y="2377067"/>
                  </a:lnTo>
                  <a:lnTo>
                    <a:pt x="1776464" y="2364367"/>
                  </a:lnTo>
                  <a:lnTo>
                    <a:pt x="1785227" y="2364367"/>
                  </a:lnTo>
                  <a:lnTo>
                    <a:pt x="1778925" y="2377067"/>
                  </a:lnTo>
                  <a:lnTo>
                    <a:pt x="1781584" y="2377067"/>
                  </a:lnTo>
                  <a:lnTo>
                    <a:pt x="1777941" y="2389767"/>
                  </a:lnTo>
                  <a:close/>
                </a:path>
                <a:path w="2470784" h="4259580">
                  <a:moveTo>
                    <a:pt x="1809646" y="2377067"/>
                  </a:moveTo>
                  <a:lnTo>
                    <a:pt x="1804525" y="2364367"/>
                  </a:lnTo>
                  <a:lnTo>
                    <a:pt x="1815258" y="2364367"/>
                  </a:lnTo>
                  <a:lnTo>
                    <a:pt x="1809646" y="2377067"/>
                  </a:lnTo>
                  <a:close/>
                </a:path>
                <a:path w="2470784" h="4259580">
                  <a:moveTo>
                    <a:pt x="1857794" y="2377067"/>
                  </a:moveTo>
                  <a:lnTo>
                    <a:pt x="1852182" y="2364367"/>
                  </a:lnTo>
                  <a:lnTo>
                    <a:pt x="1863604" y="2364367"/>
                  </a:lnTo>
                  <a:lnTo>
                    <a:pt x="1857794" y="2377067"/>
                  </a:lnTo>
                  <a:close/>
                </a:path>
                <a:path w="2470784" h="4259580">
                  <a:moveTo>
                    <a:pt x="1907912" y="2377067"/>
                  </a:moveTo>
                  <a:lnTo>
                    <a:pt x="1900527" y="2364367"/>
                  </a:lnTo>
                  <a:lnTo>
                    <a:pt x="1909192" y="2364367"/>
                  </a:lnTo>
                  <a:lnTo>
                    <a:pt x="1907912" y="2377067"/>
                  </a:lnTo>
                  <a:close/>
                </a:path>
                <a:path w="2470784" h="4259580">
                  <a:moveTo>
                    <a:pt x="1989834" y="2377067"/>
                  </a:moveTo>
                  <a:lnTo>
                    <a:pt x="1977526" y="2364367"/>
                  </a:lnTo>
                  <a:lnTo>
                    <a:pt x="1989341" y="2364367"/>
                  </a:lnTo>
                  <a:lnTo>
                    <a:pt x="1989834" y="2377067"/>
                  </a:lnTo>
                  <a:close/>
                </a:path>
                <a:path w="2470784" h="4259580">
                  <a:moveTo>
                    <a:pt x="1580917" y="2389767"/>
                  </a:moveTo>
                  <a:lnTo>
                    <a:pt x="1574221" y="2377067"/>
                  </a:lnTo>
                  <a:lnTo>
                    <a:pt x="1585544" y="2377067"/>
                  </a:lnTo>
                  <a:lnTo>
                    <a:pt x="1580917" y="2389767"/>
                  </a:lnTo>
                  <a:close/>
                </a:path>
                <a:path w="2470784" h="4259580">
                  <a:moveTo>
                    <a:pt x="1668351" y="2402467"/>
                  </a:moveTo>
                  <a:lnTo>
                    <a:pt x="1675638" y="2377067"/>
                  </a:lnTo>
                  <a:lnTo>
                    <a:pt x="1679773" y="2389767"/>
                  </a:lnTo>
                  <a:lnTo>
                    <a:pt x="1668351" y="2402467"/>
                  </a:lnTo>
                  <a:close/>
                </a:path>
                <a:path w="2470784" h="4259580">
                  <a:moveTo>
                    <a:pt x="1709607" y="2389767"/>
                  </a:moveTo>
                  <a:lnTo>
                    <a:pt x="1697989" y="2377067"/>
                  </a:lnTo>
                  <a:lnTo>
                    <a:pt x="1716007" y="2377067"/>
                  </a:lnTo>
                  <a:lnTo>
                    <a:pt x="1709607" y="2389767"/>
                  </a:lnTo>
                  <a:close/>
                </a:path>
                <a:path w="2470784" h="4259580">
                  <a:moveTo>
                    <a:pt x="1803799" y="2377943"/>
                  </a:moveTo>
                  <a:lnTo>
                    <a:pt x="1803935" y="2377067"/>
                  </a:lnTo>
                  <a:lnTo>
                    <a:pt x="1804329" y="2377067"/>
                  </a:lnTo>
                  <a:lnTo>
                    <a:pt x="1803799" y="2377943"/>
                  </a:lnTo>
                  <a:close/>
                </a:path>
                <a:path w="2470784" h="4259580">
                  <a:moveTo>
                    <a:pt x="1872564" y="2389767"/>
                  </a:moveTo>
                  <a:lnTo>
                    <a:pt x="1870398" y="2377067"/>
                  </a:lnTo>
                  <a:lnTo>
                    <a:pt x="1880539" y="2377067"/>
                  </a:lnTo>
                  <a:lnTo>
                    <a:pt x="1872564" y="2389767"/>
                  </a:lnTo>
                  <a:close/>
                </a:path>
                <a:path w="2470784" h="4259580">
                  <a:moveTo>
                    <a:pt x="1898362" y="2389767"/>
                  </a:moveTo>
                  <a:lnTo>
                    <a:pt x="1892060" y="2377067"/>
                  </a:lnTo>
                  <a:lnTo>
                    <a:pt x="1902694" y="2377067"/>
                  </a:lnTo>
                  <a:lnTo>
                    <a:pt x="1898362" y="2389767"/>
                  </a:lnTo>
                  <a:close/>
                </a:path>
                <a:path w="2470784" h="4259580">
                  <a:moveTo>
                    <a:pt x="1979593" y="2389767"/>
                  </a:moveTo>
                  <a:lnTo>
                    <a:pt x="1977132" y="2389767"/>
                  </a:lnTo>
                  <a:lnTo>
                    <a:pt x="1980972" y="2377067"/>
                  </a:lnTo>
                  <a:lnTo>
                    <a:pt x="1979593" y="2389767"/>
                  </a:lnTo>
                  <a:close/>
                </a:path>
                <a:path w="2470784" h="4259580">
                  <a:moveTo>
                    <a:pt x="1801965" y="2389767"/>
                  </a:moveTo>
                  <a:lnTo>
                    <a:pt x="1796648" y="2389767"/>
                  </a:lnTo>
                  <a:lnTo>
                    <a:pt x="1803799" y="2377943"/>
                  </a:lnTo>
                  <a:lnTo>
                    <a:pt x="1801965" y="2389767"/>
                  </a:lnTo>
                  <a:close/>
                </a:path>
                <a:path w="2470784" h="4259580">
                  <a:moveTo>
                    <a:pt x="1521248" y="2402467"/>
                  </a:moveTo>
                  <a:lnTo>
                    <a:pt x="1498405" y="2389767"/>
                  </a:lnTo>
                  <a:lnTo>
                    <a:pt x="1514652" y="2389767"/>
                  </a:lnTo>
                  <a:lnTo>
                    <a:pt x="1521248" y="2402467"/>
                  </a:lnTo>
                  <a:close/>
                </a:path>
                <a:path w="2470784" h="4259580">
                  <a:moveTo>
                    <a:pt x="1639014" y="2402467"/>
                  </a:moveTo>
                  <a:lnTo>
                    <a:pt x="1630841" y="2402467"/>
                  </a:lnTo>
                  <a:lnTo>
                    <a:pt x="1625033" y="2389767"/>
                  </a:lnTo>
                  <a:lnTo>
                    <a:pt x="1630645" y="2389767"/>
                  </a:lnTo>
                  <a:lnTo>
                    <a:pt x="1639014" y="2402467"/>
                  </a:lnTo>
                  <a:close/>
                </a:path>
                <a:path w="2470784" h="4259580">
                  <a:moveTo>
                    <a:pt x="1794088" y="2402467"/>
                  </a:moveTo>
                  <a:lnTo>
                    <a:pt x="1790544" y="2389767"/>
                  </a:lnTo>
                  <a:lnTo>
                    <a:pt x="1810039" y="2389767"/>
                  </a:lnTo>
                  <a:lnTo>
                    <a:pt x="1794088" y="2402467"/>
                  </a:lnTo>
                  <a:close/>
                </a:path>
                <a:path w="2470784" h="4259580">
                  <a:moveTo>
                    <a:pt x="1480584" y="2415167"/>
                  </a:moveTo>
                  <a:lnTo>
                    <a:pt x="1476744" y="2402467"/>
                  </a:lnTo>
                  <a:lnTo>
                    <a:pt x="1487279" y="2402467"/>
                  </a:lnTo>
                  <a:lnTo>
                    <a:pt x="1480584" y="2415167"/>
                  </a:lnTo>
                  <a:close/>
                </a:path>
                <a:path w="2470784" h="4259580">
                  <a:moveTo>
                    <a:pt x="1571169" y="2415167"/>
                  </a:moveTo>
                  <a:lnTo>
                    <a:pt x="1562997" y="2415167"/>
                  </a:lnTo>
                  <a:lnTo>
                    <a:pt x="1561126" y="2402467"/>
                  </a:lnTo>
                  <a:lnTo>
                    <a:pt x="1570480" y="2402467"/>
                  </a:lnTo>
                  <a:lnTo>
                    <a:pt x="1571169" y="2415167"/>
                  </a:lnTo>
                  <a:close/>
                </a:path>
                <a:path w="2470784" h="4259580">
                  <a:moveTo>
                    <a:pt x="1598935" y="2415167"/>
                  </a:moveTo>
                  <a:lnTo>
                    <a:pt x="1582098" y="2415167"/>
                  </a:lnTo>
                  <a:lnTo>
                    <a:pt x="1584362" y="2402467"/>
                  </a:lnTo>
                  <a:lnTo>
                    <a:pt x="1598541" y="2402467"/>
                  </a:lnTo>
                  <a:lnTo>
                    <a:pt x="1598935" y="2415167"/>
                  </a:lnTo>
                  <a:close/>
                </a:path>
                <a:path w="2470784" h="4259580">
                  <a:moveTo>
                    <a:pt x="1736291" y="2415167"/>
                  </a:moveTo>
                  <a:lnTo>
                    <a:pt x="1724574" y="2415167"/>
                  </a:lnTo>
                  <a:lnTo>
                    <a:pt x="1725854" y="2402467"/>
                  </a:lnTo>
                  <a:lnTo>
                    <a:pt x="1736291" y="2415167"/>
                  </a:lnTo>
                  <a:close/>
                </a:path>
                <a:path w="2470784" h="4259580">
                  <a:moveTo>
                    <a:pt x="1885757" y="2415167"/>
                  </a:moveTo>
                  <a:lnTo>
                    <a:pt x="1879062" y="2402467"/>
                  </a:lnTo>
                  <a:lnTo>
                    <a:pt x="1884477" y="2402467"/>
                  </a:lnTo>
                  <a:lnTo>
                    <a:pt x="1885757" y="2415167"/>
                  </a:lnTo>
                  <a:close/>
                </a:path>
                <a:path w="2470784" h="4259580">
                  <a:moveTo>
                    <a:pt x="1512880" y="2427867"/>
                  </a:moveTo>
                  <a:lnTo>
                    <a:pt x="1500769" y="2427867"/>
                  </a:lnTo>
                  <a:lnTo>
                    <a:pt x="1507760" y="2415167"/>
                  </a:lnTo>
                  <a:lnTo>
                    <a:pt x="1512880" y="2427867"/>
                  </a:lnTo>
                  <a:close/>
                </a:path>
                <a:path w="2470784" h="4259580">
                  <a:moveTo>
                    <a:pt x="1583776" y="2427867"/>
                  </a:moveTo>
                  <a:lnTo>
                    <a:pt x="1577868" y="2415167"/>
                  </a:lnTo>
                  <a:lnTo>
                    <a:pt x="1588404" y="2415167"/>
                  </a:lnTo>
                  <a:lnTo>
                    <a:pt x="1583776" y="2427867"/>
                  </a:lnTo>
                  <a:close/>
                </a:path>
                <a:path w="2470784" h="4259580">
                  <a:moveTo>
                    <a:pt x="1627489" y="2427867"/>
                  </a:moveTo>
                  <a:lnTo>
                    <a:pt x="1619415" y="2415167"/>
                  </a:lnTo>
                  <a:lnTo>
                    <a:pt x="1632707" y="2415167"/>
                  </a:lnTo>
                  <a:lnTo>
                    <a:pt x="1627489" y="2427867"/>
                  </a:lnTo>
                  <a:close/>
                </a:path>
                <a:path w="2470784" h="4259580">
                  <a:moveTo>
                    <a:pt x="1918645" y="2427867"/>
                  </a:moveTo>
                  <a:lnTo>
                    <a:pt x="1912934" y="2427867"/>
                  </a:lnTo>
                  <a:lnTo>
                    <a:pt x="1918251" y="2415167"/>
                  </a:lnTo>
                  <a:lnTo>
                    <a:pt x="1918645" y="2427867"/>
                  </a:lnTo>
                  <a:close/>
                </a:path>
                <a:path w="2470784" h="4259580">
                  <a:moveTo>
                    <a:pt x="2000861" y="2427867"/>
                  </a:moveTo>
                  <a:lnTo>
                    <a:pt x="2004996" y="2415167"/>
                  </a:lnTo>
                  <a:lnTo>
                    <a:pt x="2007556" y="2415167"/>
                  </a:lnTo>
                  <a:lnTo>
                    <a:pt x="2000861" y="2427867"/>
                  </a:lnTo>
                  <a:close/>
                </a:path>
                <a:path w="2470784" h="4259580">
                  <a:moveTo>
                    <a:pt x="1555808" y="2440567"/>
                  </a:moveTo>
                  <a:lnTo>
                    <a:pt x="1543698" y="2440567"/>
                  </a:lnTo>
                  <a:lnTo>
                    <a:pt x="1550688" y="2427867"/>
                  </a:lnTo>
                  <a:lnTo>
                    <a:pt x="1555808" y="2440567"/>
                  </a:lnTo>
                  <a:close/>
                </a:path>
                <a:path w="2470784" h="4259580">
                  <a:moveTo>
                    <a:pt x="1608979" y="2440567"/>
                  </a:moveTo>
                  <a:lnTo>
                    <a:pt x="1610062" y="2427867"/>
                  </a:lnTo>
                  <a:lnTo>
                    <a:pt x="1620007" y="2427867"/>
                  </a:lnTo>
                  <a:lnTo>
                    <a:pt x="1608979" y="2440567"/>
                  </a:lnTo>
                  <a:close/>
                </a:path>
                <a:path w="2470784" h="4259580">
                  <a:moveTo>
                    <a:pt x="1778138" y="2440567"/>
                  </a:moveTo>
                  <a:lnTo>
                    <a:pt x="1777547" y="2427867"/>
                  </a:lnTo>
                  <a:lnTo>
                    <a:pt x="1789559" y="2427867"/>
                  </a:lnTo>
                  <a:lnTo>
                    <a:pt x="1778138" y="2440567"/>
                  </a:lnTo>
                  <a:close/>
                </a:path>
                <a:path w="2470784" h="4259580">
                  <a:moveTo>
                    <a:pt x="1453900" y="2453267"/>
                  </a:moveTo>
                  <a:lnTo>
                    <a:pt x="1449469" y="2453267"/>
                  </a:lnTo>
                  <a:lnTo>
                    <a:pt x="1452521" y="2440567"/>
                  </a:lnTo>
                  <a:lnTo>
                    <a:pt x="1453900" y="2453267"/>
                  </a:lnTo>
                  <a:close/>
                </a:path>
                <a:path w="2470784" h="4259580">
                  <a:moveTo>
                    <a:pt x="1569794" y="2453267"/>
                  </a:moveTo>
                  <a:lnTo>
                    <a:pt x="1565068" y="2453267"/>
                  </a:lnTo>
                  <a:lnTo>
                    <a:pt x="1569499" y="2440567"/>
                  </a:lnTo>
                  <a:lnTo>
                    <a:pt x="1569794" y="2453267"/>
                  </a:lnTo>
                  <a:close/>
                </a:path>
                <a:path w="2470784" h="4259580">
                  <a:moveTo>
                    <a:pt x="1678000" y="2465967"/>
                  </a:moveTo>
                  <a:lnTo>
                    <a:pt x="1661065" y="2453267"/>
                  </a:lnTo>
                  <a:lnTo>
                    <a:pt x="1657816" y="2440567"/>
                  </a:lnTo>
                  <a:lnTo>
                    <a:pt x="1664118" y="2440567"/>
                  </a:lnTo>
                  <a:lnTo>
                    <a:pt x="1674948" y="2453267"/>
                  </a:lnTo>
                  <a:lnTo>
                    <a:pt x="1678000" y="2465967"/>
                  </a:lnTo>
                  <a:close/>
                </a:path>
                <a:path w="2470784" h="4259580">
                  <a:moveTo>
                    <a:pt x="1774397" y="2453267"/>
                  </a:moveTo>
                  <a:lnTo>
                    <a:pt x="1766224" y="2453267"/>
                  </a:lnTo>
                  <a:lnTo>
                    <a:pt x="1764353" y="2440567"/>
                  </a:lnTo>
                  <a:lnTo>
                    <a:pt x="1773904" y="2440567"/>
                  </a:lnTo>
                  <a:lnTo>
                    <a:pt x="1774397" y="2453267"/>
                  </a:lnTo>
                  <a:close/>
                </a:path>
                <a:path w="2470784" h="4259580">
                  <a:moveTo>
                    <a:pt x="1837412" y="2453267"/>
                  </a:moveTo>
                  <a:lnTo>
                    <a:pt x="1828058" y="2440567"/>
                  </a:lnTo>
                  <a:lnTo>
                    <a:pt x="1841252" y="2440567"/>
                  </a:lnTo>
                  <a:lnTo>
                    <a:pt x="1837412" y="2453267"/>
                  </a:lnTo>
                  <a:close/>
                </a:path>
                <a:path w="2470784" h="4259580">
                  <a:moveTo>
                    <a:pt x="1537397" y="2465967"/>
                  </a:moveTo>
                  <a:lnTo>
                    <a:pt x="1532178" y="2453267"/>
                  </a:lnTo>
                  <a:lnTo>
                    <a:pt x="1541237" y="2453267"/>
                  </a:lnTo>
                  <a:lnTo>
                    <a:pt x="1537397" y="2465967"/>
                  </a:lnTo>
                  <a:close/>
                </a:path>
                <a:path w="2470784" h="4259580">
                  <a:moveTo>
                    <a:pt x="1588994" y="2465967"/>
                  </a:moveTo>
                  <a:lnTo>
                    <a:pt x="1583776" y="2465967"/>
                  </a:lnTo>
                  <a:lnTo>
                    <a:pt x="1576883" y="2453267"/>
                  </a:lnTo>
                  <a:lnTo>
                    <a:pt x="1585449" y="2453267"/>
                  </a:lnTo>
                  <a:lnTo>
                    <a:pt x="1588994" y="2465967"/>
                  </a:lnTo>
                  <a:close/>
                </a:path>
                <a:path w="2470784" h="4259580">
                  <a:moveTo>
                    <a:pt x="1634288" y="2465967"/>
                  </a:moveTo>
                  <a:lnTo>
                    <a:pt x="1626509" y="2465967"/>
                  </a:lnTo>
                  <a:lnTo>
                    <a:pt x="1632122" y="2453267"/>
                  </a:lnTo>
                  <a:lnTo>
                    <a:pt x="1634288" y="2465967"/>
                  </a:lnTo>
                  <a:close/>
                </a:path>
                <a:path w="2470784" h="4259580">
                  <a:moveTo>
                    <a:pt x="1683910" y="2465967"/>
                  </a:moveTo>
                  <a:lnTo>
                    <a:pt x="1679971" y="2453267"/>
                  </a:lnTo>
                  <a:lnTo>
                    <a:pt x="1690507" y="2453267"/>
                  </a:lnTo>
                  <a:lnTo>
                    <a:pt x="1683910" y="2465967"/>
                  </a:lnTo>
                  <a:close/>
                </a:path>
                <a:path w="2470784" h="4259580">
                  <a:moveTo>
                    <a:pt x="1795172" y="2465967"/>
                  </a:moveTo>
                  <a:lnTo>
                    <a:pt x="1792907" y="2465967"/>
                  </a:lnTo>
                  <a:lnTo>
                    <a:pt x="1798224" y="2453267"/>
                  </a:lnTo>
                  <a:lnTo>
                    <a:pt x="1803147" y="2453267"/>
                  </a:lnTo>
                  <a:lnTo>
                    <a:pt x="1795172" y="2465967"/>
                  </a:lnTo>
                  <a:close/>
                </a:path>
                <a:path w="2470784" h="4259580">
                  <a:moveTo>
                    <a:pt x="1828058" y="2478667"/>
                  </a:moveTo>
                  <a:lnTo>
                    <a:pt x="1822642" y="2465967"/>
                  </a:lnTo>
                  <a:lnTo>
                    <a:pt x="1829830" y="2453267"/>
                  </a:lnTo>
                  <a:lnTo>
                    <a:pt x="1836132" y="2465967"/>
                  </a:lnTo>
                  <a:lnTo>
                    <a:pt x="1828058" y="2478667"/>
                  </a:lnTo>
                  <a:close/>
                </a:path>
                <a:path w="2470784" h="4259580">
                  <a:moveTo>
                    <a:pt x="1839972" y="2465967"/>
                  </a:moveTo>
                  <a:lnTo>
                    <a:pt x="1836329" y="2465967"/>
                  </a:lnTo>
                  <a:lnTo>
                    <a:pt x="1837609" y="2453267"/>
                  </a:lnTo>
                  <a:lnTo>
                    <a:pt x="1839972" y="2465967"/>
                  </a:lnTo>
                  <a:close/>
                </a:path>
                <a:path w="2470784" h="4259580">
                  <a:moveTo>
                    <a:pt x="1510811" y="2478667"/>
                  </a:moveTo>
                  <a:lnTo>
                    <a:pt x="1498700" y="2478667"/>
                  </a:lnTo>
                  <a:lnTo>
                    <a:pt x="1500276" y="2465967"/>
                  </a:lnTo>
                  <a:lnTo>
                    <a:pt x="1506774" y="2465967"/>
                  </a:lnTo>
                  <a:lnTo>
                    <a:pt x="1510811" y="2478667"/>
                  </a:lnTo>
                  <a:close/>
                </a:path>
                <a:path w="2470784" h="4259580">
                  <a:moveTo>
                    <a:pt x="1640194" y="2478667"/>
                  </a:moveTo>
                  <a:lnTo>
                    <a:pt x="1636650" y="2478667"/>
                  </a:lnTo>
                  <a:lnTo>
                    <a:pt x="1634976" y="2465967"/>
                  </a:lnTo>
                  <a:lnTo>
                    <a:pt x="1641967" y="2465967"/>
                  </a:lnTo>
                  <a:lnTo>
                    <a:pt x="1640194" y="2478667"/>
                  </a:lnTo>
                  <a:close/>
                </a:path>
                <a:path w="2470784" h="4259580">
                  <a:moveTo>
                    <a:pt x="1718469" y="2478667"/>
                  </a:moveTo>
                  <a:lnTo>
                    <a:pt x="1712069" y="2478667"/>
                  </a:lnTo>
                  <a:lnTo>
                    <a:pt x="1703995" y="2465967"/>
                  </a:lnTo>
                  <a:lnTo>
                    <a:pt x="1710986" y="2465967"/>
                  </a:lnTo>
                  <a:lnTo>
                    <a:pt x="1718469" y="2478667"/>
                  </a:lnTo>
                  <a:close/>
                </a:path>
                <a:path w="2470784" h="4259580">
                  <a:moveTo>
                    <a:pt x="1768980" y="2478667"/>
                  </a:moveTo>
                  <a:lnTo>
                    <a:pt x="1762777" y="2465967"/>
                  </a:lnTo>
                  <a:lnTo>
                    <a:pt x="1773707" y="2465967"/>
                  </a:lnTo>
                  <a:lnTo>
                    <a:pt x="1768980" y="2478667"/>
                  </a:lnTo>
                  <a:close/>
                </a:path>
                <a:path w="2470784" h="4259580">
                  <a:moveTo>
                    <a:pt x="1790150" y="2478667"/>
                  </a:moveTo>
                  <a:lnTo>
                    <a:pt x="1785720" y="2478667"/>
                  </a:lnTo>
                  <a:lnTo>
                    <a:pt x="1780009" y="2465967"/>
                  </a:lnTo>
                  <a:lnTo>
                    <a:pt x="1787196" y="2465967"/>
                  </a:lnTo>
                  <a:lnTo>
                    <a:pt x="1790150" y="2478667"/>
                  </a:lnTo>
                  <a:close/>
                </a:path>
                <a:path w="2470784" h="4259580">
                  <a:moveTo>
                    <a:pt x="1823233" y="2478667"/>
                  </a:moveTo>
                  <a:lnTo>
                    <a:pt x="1812206" y="2478667"/>
                  </a:lnTo>
                  <a:lnTo>
                    <a:pt x="1808563" y="2465967"/>
                  </a:lnTo>
                  <a:lnTo>
                    <a:pt x="1821658" y="2465967"/>
                  </a:lnTo>
                  <a:lnTo>
                    <a:pt x="1823233" y="2478667"/>
                  </a:lnTo>
                  <a:close/>
                </a:path>
                <a:path w="2470784" h="4259580">
                  <a:moveTo>
                    <a:pt x="1575210" y="2491367"/>
                  </a:moveTo>
                  <a:lnTo>
                    <a:pt x="1569598" y="2491367"/>
                  </a:lnTo>
                  <a:lnTo>
                    <a:pt x="1566348" y="2478667"/>
                  </a:lnTo>
                  <a:lnTo>
                    <a:pt x="1575210" y="2491367"/>
                  </a:lnTo>
                  <a:close/>
                </a:path>
                <a:path w="2470784" h="4259580">
                  <a:moveTo>
                    <a:pt x="1589093" y="2491367"/>
                  </a:moveTo>
                  <a:lnTo>
                    <a:pt x="1582989" y="2478667"/>
                  </a:lnTo>
                  <a:lnTo>
                    <a:pt x="1594016" y="2478667"/>
                  </a:lnTo>
                  <a:lnTo>
                    <a:pt x="1589093" y="2491367"/>
                  </a:lnTo>
                  <a:close/>
                </a:path>
                <a:path w="2470784" h="4259580">
                  <a:moveTo>
                    <a:pt x="1750864" y="2491367"/>
                  </a:moveTo>
                  <a:lnTo>
                    <a:pt x="1745941" y="2478667"/>
                  </a:lnTo>
                  <a:lnTo>
                    <a:pt x="1757067" y="2478667"/>
                  </a:lnTo>
                  <a:lnTo>
                    <a:pt x="1750864" y="2491367"/>
                  </a:lnTo>
                  <a:close/>
                </a:path>
                <a:path w="2470784" h="4259580">
                  <a:moveTo>
                    <a:pt x="1653979" y="2504067"/>
                  </a:moveTo>
                  <a:lnTo>
                    <a:pt x="1651813" y="2504067"/>
                  </a:lnTo>
                  <a:lnTo>
                    <a:pt x="1652699" y="2491367"/>
                  </a:lnTo>
                  <a:lnTo>
                    <a:pt x="1660379" y="2491367"/>
                  </a:lnTo>
                  <a:lnTo>
                    <a:pt x="1653979" y="2504067"/>
                  </a:lnTo>
                  <a:close/>
                </a:path>
                <a:path w="2470784" h="4259580">
                  <a:moveTo>
                    <a:pt x="1707145" y="2504067"/>
                  </a:moveTo>
                  <a:lnTo>
                    <a:pt x="1704979" y="2491367"/>
                  </a:lnTo>
                  <a:lnTo>
                    <a:pt x="1707638" y="2491367"/>
                  </a:lnTo>
                  <a:lnTo>
                    <a:pt x="1707145" y="2504067"/>
                  </a:lnTo>
                  <a:close/>
                </a:path>
                <a:path w="2470784" h="4259580">
                  <a:moveTo>
                    <a:pt x="1744857" y="2504067"/>
                  </a:moveTo>
                  <a:lnTo>
                    <a:pt x="1738161" y="2504067"/>
                  </a:lnTo>
                  <a:lnTo>
                    <a:pt x="1739540" y="2491367"/>
                  </a:lnTo>
                  <a:lnTo>
                    <a:pt x="1744857" y="2504067"/>
                  </a:lnTo>
                  <a:close/>
                </a:path>
                <a:path w="2470784" h="4259580">
                  <a:moveTo>
                    <a:pt x="1793203" y="2504067"/>
                  </a:moveTo>
                  <a:lnTo>
                    <a:pt x="1779713" y="2504067"/>
                  </a:lnTo>
                  <a:lnTo>
                    <a:pt x="1785916" y="2491367"/>
                  </a:lnTo>
                  <a:lnTo>
                    <a:pt x="1793203" y="2504067"/>
                  </a:lnTo>
                  <a:close/>
                </a:path>
                <a:path w="2470784" h="4259580">
                  <a:moveTo>
                    <a:pt x="1871578" y="2504067"/>
                  </a:moveTo>
                  <a:lnTo>
                    <a:pt x="1862224" y="2504067"/>
                  </a:lnTo>
                  <a:lnTo>
                    <a:pt x="1867344" y="2491367"/>
                  </a:lnTo>
                  <a:lnTo>
                    <a:pt x="1871578" y="2504067"/>
                  </a:lnTo>
                  <a:close/>
                </a:path>
                <a:path w="2470784" h="4259580">
                  <a:moveTo>
                    <a:pt x="1434207" y="2529467"/>
                  </a:moveTo>
                  <a:lnTo>
                    <a:pt x="1425346" y="2529467"/>
                  </a:lnTo>
                  <a:lnTo>
                    <a:pt x="1416582" y="2516767"/>
                  </a:lnTo>
                  <a:lnTo>
                    <a:pt x="1429185" y="2516767"/>
                  </a:lnTo>
                  <a:lnTo>
                    <a:pt x="1434207" y="2529467"/>
                  </a:lnTo>
                  <a:close/>
                </a:path>
                <a:path w="2470784" h="4259580">
                  <a:moveTo>
                    <a:pt x="1452816" y="2529467"/>
                  </a:moveTo>
                  <a:lnTo>
                    <a:pt x="1440804" y="2529467"/>
                  </a:lnTo>
                  <a:lnTo>
                    <a:pt x="1442280" y="2516767"/>
                  </a:lnTo>
                  <a:lnTo>
                    <a:pt x="1451241" y="2516767"/>
                  </a:lnTo>
                  <a:lnTo>
                    <a:pt x="1452816" y="2529467"/>
                  </a:lnTo>
                  <a:close/>
                </a:path>
                <a:path w="2470784" h="4259580">
                  <a:moveTo>
                    <a:pt x="1698383" y="2529467"/>
                  </a:moveTo>
                  <a:lnTo>
                    <a:pt x="1696217" y="2529467"/>
                  </a:lnTo>
                  <a:lnTo>
                    <a:pt x="1692672" y="2516767"/>
                  </a:lnTo>
                  <a:lnTo>
                    <a:pt x="1698383" y="2529467"/>
                  </a:lnTo>
                  <a:close/>
                </a:path>
                <a:path w="2470784" h="4259580">
                  <a:moveTo>
                    <a:pt x="1459315" y="2542167"/>
                  </a:moveTo>
                  <a:lnTo>
                    <a:pt x="1451340" y="2529467"/>
                  </a:lnTo>
                  <a:lnTo>
                    <a:pt x="1453605" y="2529467"/>
                  </a:lnTo>
                  <a:lnTo>
                    <a:pt x="1459315" y="2542167"/>
                  </a:lnTo>
                  <a:close/>
                </a:path>
                <a:path w="2470784" h="4259580">
                  <a:moveTo>
                    <a:pt x="1524105" y="2542167"/>
                  </a:moveTo>
                  <a:lnTo>
                    <a:pt x="1508941" y="2529467"/>
                  </a:lnTo>
                  <a:lnTo>
                    <a:pt x="1510813" y="2529467"/>
                  </a:lnTo>
                  <a:lnTo>
                    <a:pt x="1524105" y="2542167"/>
                  </a:lnTo>
                  <a:close/>
                </a:path>
                <a:path w="2470784" h="4259580">
                  <a:moveTo>
                    <a:pt x="1561027" y="2542167"/>
                  </a:moveTo>
                  <a:lnTo>
                    <a:pt x="1553741" y="2529467"/>
                  </a:lnTo>
                  <a:lnTo>
                    <a:pt x="1567526" y="2529467"/>
                  </a:lnTo>
                  <a:lnTo>
                    <a:pt x="1561027" y="2542167"/>
                  </a:lnTo>
                  <a:close/>
                </a:path>
                <a:path w="2470784" h="4259580">
                  <a:moveTo>
                    <a:pt x="1670422" y="2542167"/>
                  </a:moveTo>
                  <a:lnTo>
                    <a:pt x="1665204" y="2542167"/>
                  </a:lnTo>
                  <a:lnTo>
                    <a:pt x="1669438" y="2529467"/>
                  </a:lnTo>
                  <a:lnTo>
                    <a:pt x="1670422" y="2542167"/>
                  </a:lnTo>
                  <a:close/>
                </a:path>
                <a:path w="2470784" h="4259580">
                  <a:moveTo>
                    <a:pt x="1751651" y="2554867"/>
                  </a:moveTo>
                  <a:lnTo>
                    <a:pt x="1749977" y="2554867"/>
                  </a:lnTo>
                  <a:lnTo>
                    <a:pt x="1731268" y="2529467"/>
                  </a:lnTo>
                  <a:lnTo>
                    <a:pt x="1738062" y="2529467"/>
                  </a:lnTo>
                  <a:lnTo>
                    <a:pt x="1751651" y="2554867"/>
                  </a:lnTo>
                  <a:close/>
                </a:path>
                <a:path w="2470784" h="4259580">
                  <a:moveTo>
                    <a:pt x="1772919" y="2542167"/>
                  </a:moveTo>
                  <a:lnTo>
                    <a:pt x="1769571" y="2529467"/>
                  </a:lnTo>
                  <a:lnTo>
                    <a:pt x="1782863" y="2529467"/>
                  </a:lnTo>
                  <a:lnTo>
                    <a:pt x="1772919" y="2542167"/>
                  </a:lnTo>
                  <a:close/>
                </a:path>
                <a:path w="2470784" h="4259580">
                  <a:moveTo>
                    <a:pt x="1533359" y="2554867"/>
                  </a:moveTo>
                  <a:lnTo>
                    <a:pt x="1531390" y="2554867"/>
                  </a:lnTo>
                  <a:lnTo>
                    <a:pt x="1537593" y="2542167"/>
                  </a:lnTo>
                  <a:lnTo>
                    <a:pt x="1533359" y="2554867"/>
                  </a:lnTo>
                  <a:close/>
                </a:path>
                <a:path w="2470784" h="4259580">
                  <a:moveTo>
                    <a:pt x="1605043" y="2554867"/>
                  </a:moveTo>
                  <a:lnTo>
                    <a:pt x="1601991" y="2542167"/>
                  </a:lnTo>
                  <a:lnTo>
                    <a:pt x="1606816" y="2542167"/>
                  </a:lnTo>
                  <a:lnTo>
                    <a:pt x="1605043" y="2554867"/>
                  </a:lnTo>
                  <a:close/>
                </a:path>
                <a:path w="2470784" h="4259580">
                  <a:moveTo>
                    <a:pt x="1705964" y="2554867"/>
                  </a:moveTo>
                  <a:lnTo>
                    <a:pt x="1695626" y="2542167"/>
                  </a:lnTo>
                  <a:lnTo>
                    <a:pt x="1708623" y="2542167"/>
                  </a:lnTo>
                  <a:lnTo>
                    <a:pt x="1705964" y="2554867"/>
                  </a:lnTo>
                  <a:close/>
                </a:path>
                <a:path w="2470784" h="4259580">
                  <a:moveTo>
                    <a:pt x="1776365" y="2554867"/>
                  </a:moveTo>
                  <a:lnTo>
                    <a:pt x="1772328" y="2542167"/>
                  </a:lnTo>
                  <a:lnTo>
                    <a:pt x="1781584" y="2542167"/>
                  </a:lnTo>
                  <a:lnTo>
                    <a:pt x="1776365" y="2554867"/>
                  </a:lnTo>
                  <a:close/>
                </a:path>
                <a:path w="2470784" h="4259580">
                  <a:moveTo>
                    <a:pt x="1548626" y="2567567"/>
                  </a:moveTo>
                  <a:lnTo>
                    <a:pt x="1537893" y="2567567"/>
                  </a:lnTo>
                  <a:lnTo>
                    <a:pt x="1539174" y="2554867"/>
                  </a:lnTo>
                  <a:lnTo>
                    <a:pt x="1548626" y="2567567"/>
                  </a:lnTo>
                  <a:close/>
                </a:path>
                <a:path w="2470784" h="4259580">
                  <a:moveTo>
                    <a:pt x="1612231" y="2567567"/>
                  </a:moveTo>
                  <a:lnTo>
                    <a:pt x="1607308" y="2567567"/>
                  </a:lnTo>
                  <a:lnTo>
                    <a:pt x="1606225" y="2554867"/>
                  </a:lnTo>
                  <a:lnTo>
                    <a:pt x="1612231" y="2567567"/>
                  </a:lnTo>
                  <a:close/>
                </a:path>
                <a:path w="2470784" h="4259580">
                  <a:moveTo>
                    <a:pt x="1631826" y="2567567"/>
                  </a:moveTo>
                  <a:lnTo>
                    <a:pt x="1618435" y="2567567"/>
                  </a:lnTo>
                  <a:lnTo>
                    <a:pt x="1623456" y="2554867"/>
                  </a:lnTo>
                  <a:lnTo>
                    <a:pt x="1631136" y="2554867"/>
                  </a:lnTo>
                  <a:lnTo>
                    <a:pt x="1631826" y="2567567"/>
                  </a:lnTo>
                  <a:close/>
                </a:path>
                <a:path w="2470784" h="4259580">
                  <a:moveTo>
                    <a:pt x="1964331" y="2567567"/>
                  </a:moveTo>
                  <a:lnTo>
                    <a:pt x="1967679" y="2554867"/>
                  </a:lnTo>
                  <a:lnTo>
                    <a:pt x="1969747" y="2554867"/>
                  </a:lnTo>
                  <a:lnTo>
                    <a:pt x="1964331" y="2567567"/>
                  </a:lnTo>
                  <a:close/>
                </a:path>
                <a:path w="2470784" h="4259580">
                  <a:moveTo>
                    <a:pt x="1561323" y="2580267"/>
                  </a:moveTo>
                  <a:lnTo>
                    <a:pt x="1551772" y="2580267"/>
                  </a:lnTo>
                  <a:lnTo>
                    <a:pt x="1551378" y="2567567"/>
                  </a:lnTo>
                  <a:lnTo>
                    <a:pt x="1564572" y="2567567"/>
                  </a:lnTo>
                  <a:lnTo>
                    <a:pt x="1561323" y="2580267"/>
                  </a:lnTo>
                  <a:close/>
                </a:path>
                <a:path w="2470784" h="4259580">
                  <a:moveTo>
                    <a:pt x="1656142" y="2580267"/>
                  </a:moveTo>
                  <a:lnTo>
                    <a:pt x="1645311" y="2580267"/>
                  </a:lnTo>
                  <a:lnTo>
                    <a:pt x="1645508" y="2567567"/>
                  </a:lnTo>
                  <a:lnTo>
                    <a:pt x="1654468" y="2567567"/>
                  </a:lnTo>
                  <a:lnTo>
                    <a:pt x="1656142" y="2580267"/>
                  </a:lnTo>
                  <a:close/>
                </a:path>
                <a:path w="2470784" h="4259580">
                  <a:moveTo>
                    <a:pt x="1739835" y="2580267"/>
                  </a:moveTo>
                  <a:lnTo>
                    <a:pt x="1728906" y="2567567"/>
                  </a:lnTo>
                  <a:lnTo>
                    <a:pt x="1735798" y="2567567"/>
                  </a:lnTo>
                  <a:lnTo>
                    <a:pt x="1739835" y="2580267"/>
                  </a:lnTo>
                  <a:close/>
                </a:path>
                <a:path w="2470784" h="4259580">
                  <a:moveTo>
                    <a:pt x="1757066" y="2580267"/>
                  </a:moveTo>
                  <a:lnTo>
                    <a:pt x="1750667" y="2580267"/>
                  </a:lnTo>
                  <a:lnTo>
                    <a:pt x="1761793" y="2567567"/>
                  </a:lnTo>
                  <a:lnTo>
                    <a:pt x="1757066" y="2580267"/>
                  </a:lnTo>
                  <a:close/>
                </a:path>
                <a:path w="2470784" h="4259580">
                  <a:moveTo>
                    <a:pt x="1268594" y="2592967"/>
                  </a:moveTo>
                  <a:lnTo>
                    <a:pt x="1264557" y="2580267"/>
                  </a:lnTo>
                  <a:lnTo>
                    <a:pt x="1267215" y="2580267"/>
                  </a:lnTo>
                  <a:lnTo>
                    <a:pt x="1268594" y="2592967"/>
                  </a:lnTo>
                  <a:close/>
                </a:path>
                <a:path w="2470784" h="4259580">
                  <a:moveTo>
                    <a:pt x="1528243" y="2592967"/>
                  </a:moveTo>
                  <a:lnTo>
                    <a:pt x="1519185" y="2592967"/>
                  </a:lnTo>
                  <a:lnTo>
                    <a:pt x="1525979" y="2580267"/>
                  </a:lnTo>
                  <a:lnTo>
                    <a:pt x="1530212" y="2580267"/>
                  </a:lnTo>
                  <a:lnTo>
                    <a:pt x="1528243" y="2592967"/>
                  </a:lnTo>
                  <a:close/>
                </a:path>
                <a:path w="2470784" h="4259580">
                  <a:moveTo>
                    <a:pt x="1719750" y="2592967"/>
                  </a:moveTo>
                  <a:lnTo>
                    <a:pt x="1707442" y="2580267"/>
                  </a:lnTo>
                  <a:lnTo>
                    <a:pt x="1720636" y="2580267"/>
                  </a:lnTo>
                  <a:lnTo>
                    <a:pt x="1719750" y="2592967"/>
                  </a:lnTo>
                  <a:close/>
                </a:path>
                <a:path w="2470784" h="4259580">
                  <a:moveTo>
                    <a:pt x="1848145" y="2592967"/>
                  </a:moveTo>
                  <a:lnTo>
                    <a:pt x="1841055" y="2580267"/>
                  </a:lnTo>
                  <a:lnTo>
                    <a:pt x="1848736" y="2580267"/>
                  </a:lnTo>
                  <a:lnTo>
                    <a:pt x="1848145" y="2592967"/>
                  </a:lnTo>
                  <a:close/>
                </a:path>
                <a:path w="2470784" h="4259580">
                  <a:moveTo>
                    <a:pt x="1553350" y="2605667"/>
                  </a:moveTo>
                  <a:lnTo>
                    <a:pt x="1546162" y="2605667"/>
                  </a:lnTo>
                  <a:lnTo>
                    <a:pt x="1545670" y="2592967"/>
                  </a:lnTo>
                  <a:lnTo>
                    <a:pt x="1548821" y="2592967"/>
                  </a:lnTo>
                  <a:lnTo>
                    <a:pt x="1553350" y="2605667"/>
                  </a:lnTo>
                  <a:close/>
                </a:path>
                <a:path w="2470784" h="4259580">
                  <a:moveTo>
                    <a:pt x="1621585" y="2605667"/>
                  </a:moveTo>
                  <a:lnTo>
                    <a:pt x="1610557" y="2605667"/>
                  </a:lnTo>
                  <a:lnTo>
                    <a:pt x="1613806" y="2592967"/>
                  </a:lnTo>
                  <a:lnTo>
                    <a:pt x="1622865" y="2592967"/>
                  </a:lnTo>
                  <a:lnTo>
                    <a:pt x="1621585" y="2605667"/>
                  </a:lnTo>
                  <a:close/>
                </a:path>
                <a:path w="2470784" h="4259580">
                  <a:moveTo>
                    <a:pt x="1684795" y="2605667"/>
                  </a:moveTo>
                  <a:lnTo>
                    <a:pt x="1682530" y="2605667"/>
                  </a:lnTo>
                  <a:lnTo>
                    <a:pt x="1693066" y="2592967"/>
                  </a:lnTo>
                  <a:lnTo>
                    <a:pt x="1684795" y="2605667"/>
                  </a:lnTo>
                  <a:close/>
                </a:path>
                <a:path w="2470784" h="4259580">
                  <a:moveTo>
                    <a:pt x="1740033" y="2605667"/>
                  </a:moveTo>
                  <a:lnTo>
                    <a:pt x="1725461" y="2605667"/>
                  </a:lnTo>
                  <a:lnTo>
                    <a:pt x="1728907" y="2592967"/>
                  </a:lnTo>
                  <a:lnTo>
                    <a:pt x="1740033" y="2605667"/>
                  </a:lnTo>
                  <a:close/>
                </a:path>
                <a:path w="2470784" h="4259580">
                  <a:moveTo>
                    <a:pt x="1478810" y="2618367"/>
                  </a:moveTo>
                  <a:lnTo>
                    <a:pt x="1467881" y="2605667"/>
                  </a:lnTo>
                  <a:lnTo>
                    <a:pt x="1480976" y="2605667"/>
                  </a:lnTo>
                  <a:lnTo>
                    <a:pt x="1478810" y="2618367"/>
                  </a:lnTo>
                  <a:close/>
                </a:path>
                <a:path w="2470784" h="4259580">
                  <a:moveTo>
                    <a:pt x="1495550" y="2618367"/>
                  </a:moveTo>
                  <a:lnTo>
                    <a:pt x="1481962" y="2618367"/>
                  </a:lnTo>
                  <a:lnTo>
                    <a:pt x="1489150" y="2605667"/>
                  </a:lnTo>
                  <a:lnTo>
                    <a:pt x="1495550" y="2618367"/>
                  </a:lnTo>
                  <a:close/>
                </a:path>
                <a:path w="2470784" h="4259580">
                  <a:moveTo>
                    <a:pt x="1546951" y="2618367"/>
                  </a:moveTo>
                  <a:lnTo>
                    <a:pt x="1534643" y="2618367"/>
                  </a:lnTo>
                  <a:lnTo>
                    <a:pt x="1536219" y="2605667"/>
                  </a:lnTo>
                  <a:lnTo>
                    <a:pt x="1546951" y="2618367"/>
                  </a:lnTo>
                  <a:close/>
                </a:path>
                <a:path w="2470784" h="4259580">
                  <a:moveTo>
                    <a:pt x="1394133" y="2643767"/>
                  </a:moveTo>
                  <a:lnTo>
                    <a:pt x="1391868" y="2631067"/>
                  </a:lnTo>
                  <a:lnTo>
                    <a:pt x="1401616" y="2618367"/>
                  </a:lnTo>
                  <a:lnTo>
                    <a:pt x="1405849" y="2631067"/>
                  </a:lnTo>
                  <a:lnTo>
                    <a:pt x="1394133" y="2643767"/>
                  </a:lnTo>
                  <a:close/>
                </a:path>
                <a:path w="2470784" h="4259580">
                  <a:moveTo>
                    <a:pt x="1427316" y="2631067"/>
                  </a:moveTo>
                  <a:lnTo>
                    <a:pt x="1426430" y="2618367"/>
                  </a:lnTo>
                  <a:lnTo>
                    <a:pt x="1440707" y="2618367"/>
                  </a:lnTo>
                  <a:lnTo>
                    <a:pt x="1427316" y="2631067"/>
                  </a:lnTo>
                  <a:close/>
                </a:path>
                <a:path w="2470784" h="4259580">
                  <a:moveTo>
                    <a:pt x="1456852" y="2631067"/>
                  </a:moveTo>
                  <a:lnTo>
                    <a:pt x="1461776" y="2618367"/>
                  </a:lnTo>
                  <a:lnTo>
                    <a:pt x="1468471" y="2618367"/>
                  </a:lnTo>
                  <a:lnTo>
                    <a:pt x="1456852" y="2631067"/>
                  </a:lnTo>
                  <a:close/>
                </a:path>
                <a:path w="2470784" h="4259580">
                  <a:moveTo>
                    <a:pt x="1756969" y="2631067"/>
                  </a:moveTo>
                  <a:lnTo>
                    <a:pt x="1763664" y="2618367"/>
                  </a:lnTo>
                  <a:lnTo>
                    <a:pt x="1764649" y="2618367"/>
                  </a:lnTo>
                  <a:lnTo>
                    <a:pt x="1756969" y="2631067"/>
                  </a:lnTo>
                  <a:close/>
                </a:path>
                <a:path w="2470784" h="4259580">
                  <a:moveTo>
                    <a:pt x="1491906" y="2643767"/>
                  </a:moveTo>
                  <a:lnTo>
                    <a:pt x="1485801" y="2631067"/>
                  </a:lnTo>
                  <a:lnTo>
                    <a:pt x="1494860" y="2631067"/>
                  </a:lnTo>
                  <a:lnTo>
                    <a:pt x="1491906" y="2643767"/>
                  </a:lnTo>
                  <a:close/>
                </a:path>
                <a:path w="2470784" h="4259580">
                  <a:moveTo>
                    <a:pt x="1547836" y="2643767"/>
                  </a:moveTo>
                  <a:lnTo>
                    <a:pt x="1550692" y="2631067"/>
                  </a:lnTo>
                  <a:lnTo>
                    <a:pt x="1556403" y="2631067"/>
                  </a:lnTo>
                  <a:lnTo>
                    <a:pt x="1547836" y="2643767"/>
                  </a:lnTo>
                  <a:close/>
                </a:path>
                <a:path w="2470784" h="4259580">
                  <a:moveTo>
                    <a:pt x="1821560" y="2643767"/>
                  </a:moveTo>
                  <a:lnTo>
                    <a:pt x="1809252" y="2643767"/>
                  </a:lnTo>
                  <a:lnTo>
                    <a:pt x="1812600" y="2631067"/>
                  </a:lnTo>
                  <a:lnTo>
                    <a:pt x="1821560" y="2643767"/>
                  </a:lnTo>
                  <a:close/>
                </a:path>
                <a:path w="2470784" h="4259580">
                  <a:moveTo>
                    <a:pt x="1881326" y="2643767"/>
                  </a:moveTo>
                  <a:lnTo>
                    <a:pt x="1883985" y="2631067"/>
                  </a:lnTo>
                  <a:lnTo>
                    <a:pt x="1886151" y="2631067"/>
                  </a:lnTo>
                  <a:lnTo>
                    <a:pt x="1881326" y="2643767"/>
                  </a:lnTo>
                  <a:close/>
                </a:path>
                <a:path w="2470784" h="4259580">
                  <a:moveTo>
                    <a:pt x="1434109" y="2656467"/>
                  </a:moveTo>
                  <a:lnTo>
                    <a:pt x="1421408" y="2656467"/>
                  </a:lnTo>
                  <a:lnTo>
                    <a:pt x="1422491" y="2643767"/>
                  </a:lnTo>
                  <a:lnTo>
                    <a:pt x="1434109" y="2656467"/>
                  </a:lnTo>
                  <a:close/>
                </a:path>
                <a:path w="2470784" h="4259580">
                  <a:moveTo>
                    <a:pt x="1676524" y="2656467"/>
                  </a:moveTo>
                  <a:lnTo>
                    <a:pt x="1663429" y="2656467"/>
                  </a:lnTo>
                  <a:lnTo>
                    <a:pt x="1669632" y="2643767"/>
                  </a:lnTo>
                  <a:lnTo>
                    <a:pt x="1676524" y="2656467"/>
                  </a:lnTo>
                  <a:close/>
                </a:path>
                <a:path w="2470784" h="4259580">
                  <a:moveTo>
                    <a:pt x="1741214" y="2656467"/>
                  </a:moveTo>
                  <a:lnTo>
                    <a:pt x="1746531" y="2643767"/>
                  </a:lnTo>
                  <a:lnTo>
                    <a:pt x="1748599" y="2643767"/>
                  </a:lnTo>
                  <a:lnTo>
                    <a:pt x="1741214" y="2656467"/>
                  </a:lnTo>
                  <a:close/>
                </a:path>
                <a:path w="2470784" h="4259580">
                  <a:moveTo>
                    <a:pt x="1528834" y="2669167"/>
                  </a:moveTo>
                  <a:lnTo>
                    <a:pt x="1517904" y="2669167"/>
                  </a:lnTo>
                  <a:lnTo>
                    <a:pt x="1530901" y="2656467"/>
                  </a:lnTo>
                  <a:lnTo>
                    <a:pt x="1528834" y="2669167"/>
                  </a:lnTo>
                  <a:close/>
                </a:path>
                <a:path w="2470784" h="4259580">
                  <a:moveTo>
                    <a:pt x="1641472" y="2669167"/>
                  </a:moveTo>
                  <a:lnTo>
                    <a:pt x="1632905" y="2669167"/>
                  </a:lnTo>
                  <a:lnTo>
                    <a:pt x="1639010" y="2656467"/>
                  </a:lnTo>
                  <a:lnTo>
                    <a:pt x="1641472" y="2669167"/>
                  </a:lnTo>
                  <a:close/>
                </a:path>
                <a:path w="2470784" h="4259580">
                  <a:moveTo>
                    <a:pt x="1653483" y="2681867"/>
                  </a:moveTo>
                  <a:lnTo>
                    <a:pt x="1647477" y="2669167"/>
                  </a:lnTo>
                  <a:lnTo>
                    <a:pt x="1659982" y="2656467"/>
                  </a:lnTo>
                  <a:lnTo>
                    <a:pt x="1658505" y="2669167"/>
                  </a:lnTo>
                  <a:lnTo>
                    <a:pt x="1653483" y="2681867"/>
                  </a:lnTo>
                  <a:close/>
                </a:path>
                <a:path w="2470784" h="4259580">
                  <a:moveTo>
                    <a:pt x="1695527" y="2669167"/>
                  </a:moveTo>
                  <a:lnTo>
                    <a:pt x="1683810" y="2669167"/>
                  </a:lnTo>
                  <a:lnTo>
                    <a:pt x="1684401" y="2656467"/>
                  </a:lnTo>
                  <a:lnTo>
                    <a:pt x="1697398" y="2656467"/>
                  </a:lnTo>
                  <a:lnTo>
                    <a:pt x="1695527" y="2669167"/>
                  </a:lnTo>
                  <a:close/>
                </a:path>
                <a:path w="2470784" h="4259580">
                  <a:moveTo>
                    <a:pt x="1739442" y="2669167"/>
                  </a:moveTo>
                  <a:lnTo>
                    <a:pt x="1734716" y="2669167"/>
                  </a:lnTo>
                  <a:lnTo>
                    <a:pt x="1738753" y="2656467"/>
                  </a:lnTo>
                  <a:lnTo>
                    <a:pt x="1745744" y="2656467"/>
                  </a:lnTo>
                  <a:lnTo>
                    <a:pt x="1739442" y="2669167"/>
                  </a:lnTo>
                  <a:close/>
                </a:path>
                <a:path w="2470784" h="4259580">
                  <a:moveTo>
                    <a:pt x="1490036" y="2681867"/>
                  </a:moveTo>
                  <a:lnTo>
                    <a:pt x="1499882" y="2669167"/>
                  </a:lnTo>
                  <a:lnTo>
                    <a:pt x="1502639" y="2669167"/>
                  </a:lnTo>
                  <a:lnTo>
                    <a:pt x="1490036" y="2681867"/>
                  </a:lnTo>
                  <a:close/>
                </a:path>
                <a:path w="2470784" h="4259580">
                  <a:moveTo>
                    <a:pt x="1534939" y="2681867"/>
                  </a:moveTo>
                  <a:lnTo>
                    <a:pt x="1523813" y="2681867"/>
                  </a:lnTo>
                  <a:lnTo>
                    <a:pt x="1533856" y="2669167"/>
                  </a:lnTo>
                  <a:lnTo>
                    <a:pt x="1534939" y="2681867"/>
                  </a:lnTo>
                  <a:close/>
                </a:path>
                <a:path w="2470784" h="4259580">
                  <a:moveTo>
                    <a:pt x="1595000" y="2681867"/>
                  </a:moveTo>
                  <a:lnTo>
                    <a:pt x="1588403" y="2681867"/>
                  </a:lnTo>
                  <a:lnTo>
                    <a:pt x="1597166" y="2669167"/>
                  </a:lnTo>
                  <a:lnTo>
                    <a:pt x="1601400" y="2669167"/>
                  </a:lnTo>
                  <a:lnTo>
                    <a:pt x="1595000" y="2681867"/>
                  </a:lnTo>
                  <a:close/>
                </a:path>
                <a:path w="2470784" h="4259580">
                  <a:moveTo>
                    <a:pt x="1609372" y="2681867"/>
                  </a:moveTo>
                  <a:lnTo>
                    <a:pt x="1603957" y="2669167"/>
                  </a:lnTo>
                  <a:lnTo>
                    <a:pt x="1608979" y="2669167"/>
                  </a:lnTo>
                  <a:lnTo>
                    <a:pt x="1609372" y="2681867"/>
                  </a:lnTo>
                  <a:close/>
                </a:path>
                <a:path w="2470784" h="4259580">
                  <a:moveTo>
                    <a:pt x="1685681" y="2694567"/>
                  </a:moveTo>
                  <a:lnTo>
                    <a:pt x="1681250" y="2681867"/>
                  </a:lnTo>
                  <a:lnTo>
                    <a:pt x="1684992" y="2669167"/>
                  </a:lnTo>
                  <a:lnTo>
                    <a:pt x="1692278" y="2681867"/>
                  </a:lnTo>
                  <a:lnTo>
                    <a:pt x="1685681" y="2694567"/>
                  </a:lnTo>
                  <a:close/>
                </a:path>
                <a:path w="2470784" h="4259580">
                  <a:moveTo>
                    <a:pt x="1751947" y="2681867"/>
                  </a:moveTo>
                  <a:lnTo>
                    <a:pt x="1740821" y="2681867"/>
                  </a:lnTo>
                  <a:lnTo>
                    <a:pt x="1739738" y="2669167"/>
                  </a:lnTo>
                  <a:lnTo>
                    <a:pt x="1748895" y="2669167"/>
                  </a:lnTo>
                  <a:lnTo>
                    <a:pt x="1751947" y="2681867"/>
                  </a:lnTo>
                  <a:close/>
                </a:path>
                <a:path w="2470784" h="4259580">
                  <a:moveTo>
                    <a:pt x="1768980" y="2681867"/>
                  </a:moveTo>
                  <a:lnTo>
                    <a:pt x="1764943" y="2681867"/>
                  </a:lnTo>
                  <a:lnTo>
                    <a:pt x="1765731" y="2669167"/>
                  </a:lnTo>
                  <a:lnTo>
                    <a:pt x="1768980" y="2681867"/>
                  </a:lnTo>
                  <a:close/>
                </a:path>
                <a:path w="2470784" h="4259580">
                  <a:moveTo>
                    <a:pt x="1626504" y="2694567"/>
                  </a:moveTo>
                  <a:lnTo>
                    <a:pt x="1622468" y="2681867"/>
                  </a:lnTo>
                  <a:lnTo>
                    <a:pt x="1624240" y="2681867"/>
                  </a:lnTo>
                  <a:lnTo>
                    <a:pt x="1626504" y="2694567"/>
                  </a:lnTo>
                  <a:close/>
                </a:path>
                <a:path w="2470784" h="4259580">
                  <a:moveTo>
                    <a:pt x="1658111" y="2694567"/>
                  </a:moveTo>
                  <a:lnTo>
                    <a:pt x="1647280" y="2694567"/>
                  </a:lnTo>
                  <a:lnTo>
                    <a:pt x="1651514" y="2681867"/>
                  </a:lnTo>
                  <a:lnTo>
                    <a:pt x="1658111" y="2694567"/>
                  </a:lnTo>
                  <a:close/>
                </a:path>
                <a:path w="2470784" h="4259580">
                  <a:moveTo>
                    <a:pt x="1463155" y="2707267"/>
                  </a:moveTo>
                  <a:lnTo>
                    <a:pt x="1449862" y="2694567"/>
                  </a:lnTo>
                  <a:lnTo>
                    <a:pt x="1453111" y="2694567"/>
                  </a:lnTo>
                  <a:lnTo>
                    <a:pt x="1463155" y="2707267"/>
                  </a:lnTo>
                  <a:close/>
                </a:path>
                <a:path w="2470784" h="4259580">
                  <a:moveTo>
                    <a:pt x="1493777" y="2707267"/>
                  </a:moveTo>
                  <a:lnTo>
                    <a:pt x="1486294" y="2707267"/>
                  </a:lnTo>
                  <a:lnTo>
                    <a:pt x="1482356" y="2694567"/>
                  </a:lnTo>
                  <a:lnTo>
                    <a:pt x="1489248" y="2694567"/>
                  </a:lnTo>
                  <a:lnTo>
                    <a:pt x="1493777" y="2707267"/>
                  </a:lnTo>
                  <a:close/>
                </a:path>
                <a:path w="2470784" h="4259580">
                  <a:moveTo>
                    <a:pt x="1512686" y="2707267"/>
                  </a:moveTo>
                  <a:lnTo>
                    <a:pt x="1512391" y="2707267"/>
                  </a:lnTo>
                  <a:lnTo>
                    <a:pt x="1520367" y="2694567"/>
                  </a:lnTo>
                  <a:lnTo>
                    <a:pt x="1512686" y="2707267"/>
                  </a:lnTo>
                  <a:close/>
                </a:path>
                <a:path w="2470784" h="4259580">
                  <a:moveTo>
                    <a:pt x="1574716" y="2707267"/>
                  </a:moveTo>
                  <a:lnTo>
                    <a:pt x="1561030" y="2694567"/>
                  </a:lnTo>
                  <a:lnTo>
                    <a:pt x="1570187" y="2694567"/>
                  </a:lnTo>
                  <a:lnTo>
                    <a:pt x="1574716" y="2707267"/>
                  </a:lnTo>
                  <a:close/>
                </a:path>
                <a:path w="2470784" h="4259580">
                  <a:moveTo>
                    <a:pt x="1585646" y="2707267"/>
                  </a:moveTo>
                  <a:lnTo>
                    <a:pt x="1578065" y="2707267"/>
                  </a:lnTo>
                  <a:lnTo>
                    <a:pt x="1583480" y="2694567"/>
                  </a:lnTo>
                  <a:lnTo>
                    <a:pt x="1585646" y="2707267"/>
                  </a:lnTo>
                  <a:close/>
                </a:path>
                <a:path w="2470784" h="4259580">
                  <a:moveTo>
                    <a:pt x="1602582" y="2707267"/>
                  </a:moveTo>
                  <a:lnTo>
                    <a:pt x="1599135" y="2707267"/>
                  </a:lnTo>
                  <a:lnTo>
                    <a:pt x="1605142" y="2694567"/>
                  </a:lnTo>
                  <a:lnTo>
                    <a:pt x="1602582" y="2707267"/>
                  </a:lnTo>
                  <a:close/>
                </a:path>
                <a:path w="2470784" h="4259580">
                  <a:moveTo>
                    <a:pt x="1620794" y="2707267"/>
                  </a:moveTo>
                  <a:lnTo>
                    <a:pt x="1617348" y="2707267"/>
                  </a:lnTo>
                  <a:lnTo>
                    <a:pt x="1612818" y="2694567"/>
                  </a:lnTo>
                  <a:lnTo>
                    <a:pt x="1623354" y="2694567"/>
                  </a:lnTo>
                  <a:lnTo>
                    <a:pt x="1620794" y="2707267"/>
                  </a:lnTo>
                  <a:close/>
                </a:path>
                <a:path w="2470784" h="4259580">
                  <a:moveTo>
                    <a:pt x="1854545" y="2707267"/>
                  </a:moveTo>
                  <a:lnTo>
                    <a:pt x="1852575" y="2707267"/>
                  </a:lnTo>
                  <a:lnTo>
                    <a:pt x="1848538" y="2694567"/>
                  </a:lnTo>
                  <a:lnTo>
                    <a:pt x="1854545" y="2707267"/>
                  </a:lnTo>
                  <a:close/>
                </a:path>
                <a:path w="2470784" h="4259580">
                  <a:moveTo>
                    <a:pt x="1667465" y="2719967"/>
                  </a:moveTo>
                  <a:lnTo>
                    <a:pt x="1661951" y="2719967"/>
                  </a:lnTo>
                  <a:lnTo>
                    <a:pt x="1662247" y="2707267"/>
                  </a:lnTo>
                  <a:lnTo>
                    <a:pt x="1667465" y="2719967"/>
                  </a:lnTo>
                  <a:close/>
                </a:path>
                <a:path w="2470784" h="4259580">
                  <a:moveTo>
                    <a:pt x="1715909" y="2719967"/>
                  </a:moveTo>
                  <a:lnTo>
                    <a:pt x="1714333" y="2707267"/>
                  </a:lnTo>
                  <a:lnTo>
                    <a:pt x="1726444" y="2707267"/>
                  </a:lnTo>
                  <a:lnTo>
                    <a:pt x="1715909" y="2719967"/>
                  </a:lnTo>
                  <a:close/>
                </a:path>
                <a:path w="2470784" h="4259580">
                  <a:moveTo>
                    <a:pt x="1476546" y="2732667"/>
                  </a:moveTo>
                  <a:lnTo>
                    <a:pt x="1465026" y="2719967"/>
                  </a:lnTo>
                  <a:lnTo>
                    <a:pt x="1482060" y="2719967"/>
                  </a:lnTo>
                  <a:lnTo>
                    <a:pt x="1476546" y="2732667"/>
                  </a:lnTo>
                  <a:close/>
                </a:path>
                <a:path w="2470784" h="4259580">
                  <a:moveTo>
                    <a:pt x="1719257" y="2732667"/>
                  </a:moveTo>
                  <a:lnTo>
                    <a:pt x="1716204" y="2719967"/>
                  </a:lnTo>
                  <a:lnTo>
                    <a:pt x="1727330" y="2719967"/>
                  </a:lnTo>
                  <a:lnTo>
                    <a:pt x="1719257" y="2732667"/>
                  </a:lnTo>
                  <a:close/>
                </a:path>
                <a:path w="2470784" h="4259580">
                  <a:moveTo>
                    <a:pt x="1412448" y="2745367"/>
                  </a:moveTo>
                  <a:lnTo>
                    <a:pt x="1403192" y="2745367"/>
                  </a:lnTo>
                  <a:lnTo>
                    <a:pt x="1403094" y="2732667"/>
                  </a:lnTo>
                  <a:lnTo>
                    <a:pt x="1408017" y="2732667"/>
                  </a:lnTo>
                  <a:lnTo>
                    <a:pt x="1412448" y="2745367"/>
                  </a:lnTo>
                  <a:close/>
                </a:path>
                <a:path w="2470784" h="4259580">
                  <a:moveTo>
                    <a:pt x="1658702" y="2745367"/>
                  </a:moveTo>
                  <a:lnTo>
                    <a:pt x="1643638" y="2745367"/>
                  </a:lnTo>
                  <a:lnTo>
                    <a:pt x="1645509" y="2732667"/>
                  </a:lnTo>
                  <a:lnTo>
                    <a:pt x="1658702" y="2745367"/>
                  </a:lnTo>
                  <a:close/>
                </a:path>
                <a:path w="2470784" h="4259580">
                  <a:moveTo>
                    <a:pt x="1761301" y="2745367"/>
                  </a:moveTo>
                  <a:lnTo>
                    <a:pt x="1755196" y="2745367"/>
                  </a:lnTo>
                  <a:lnTo>
                    <a:pt x="1759430" y="2732667"/>
                  </a:lnTo>
                  <a:lnTo>
                    <a:pt x="1761301" y="2745367"/>
                  </a:lnTo>
                  <a:close/>
                </a:path>
                <a:path w="2470784" h="4259580">
                  <a:moveTo>
                    <a:pt x="1379758" y="2770767"/>
                  </a:moveTo>
                  <a:lnTo>
                    <a:pt x="1371783" y="2758067"/>
                  </a:lnTo>
                  <a:lnTo>
                    <a:pt x="1374934" y="2758067"/>
                  </a:lnTo>
                  <a:lnTo>
                    <a:pt x="1378675" y="2745367"/>
                  </a:lnTo>
                  <a:lnTo>
                    <a:pt x="1385371" y="2758067"/>
                  </a:lnTo>
                  <a:lnTo>
                    <a:pt x="1379758" y="2770767"/>
                  </a:lnTo>
                  <a:close/>
                </a:path>
                <a:path w="2470784" h="4259580">
                  <a:moveTo>
                    <a:pt x="1450453" y="2758067"/>
                  </a:moveTo>
                  <a:lnTo>
                    <a:pt x="1437752" y="2758067"/>
                  </a:lnTo>
                  <a:lnTo>
                    <a:pt x="1444447" y="2745367"/>
                  </a:lnTo>
                  <a:lnTo>
                    <a:pt x="1450453" y="2758067"/>
                  </a:lnTo>
                  <a:close/>
                </a:path>
                <a:path w="2470784" h="4259580">
                  <a:moveTo>
                    <a:pt x="1570976" y="2758067"/>
                  </a:moveTo>
                  <a:lnTo>
                    <a:pt x="1556403" y="2758067"/>
                  </a:lnTo>
                  <a:lnTo>
                    <a:pt x="1571173" y="2745367"/>
                  </a:lnTo>
                  <a:lnTo>
                    <a:pt x="1570976" y="2758067"/>
                  </a:lnTo>
                  <a:close/>
                </a:path>
                <a:path w="2470784" h="4259580">
                  <a:moveTo>
                    <a:pt x="1601889" y="2758067"/>
                  </a:moveTo>
                  <a:lnTo>
                    <a:pt x="1596080" y="2758067"/>
                  </a:lnTo>
                  <a:lnTo>
                    <a:pt x="1600806" y="2745367"/>
                  </a:lnTo>
                  <a:lnTo>
                    <a:pt x="1601889" y="2758067"/>
                  </a:lnTo>
                  <a:close/>
                </a:path>
                <a:path w="2470784" h="4259580">
                  <a:moveTo>
                    <a:pt x="1640880" y="2758067"/>
                  </a:moveTo>
                  <a:lnTo>
                    <a:pt x="1637533" y="2758067"/>
                  </a:lnTo>
                  <a:lnTo>
                    <a:pt x="1639600" y="2745367"/>
                  </a:lnTo>
                  <a:lnTo>
                    <a:pt x="1640880" y="2758067"/>
                  </a:lnTo>
                  <a:close/>
                </a:path>
                <a:path w="2470784" h="4259580">
                  <a:moveTo>
                    <a:pt x="1772231" y="2758067"/>
                  </a:moveTo>
                  <a:lnTo>
                    <a:pt x="1776760" y="2745367"/>
                  </a:lnTo>
                  <a:lnTo>
                    <a:pt x="1783259" y="2745367"/>
                  </a:lnTo>
                  <a:lnTo>
                    <a:pt x="1772231" y="2758067"/>
                  </a:lnTo>
                  <a:close/>
                </a:path>
                <a:path w="2470784" h="4259580">
                  <a:moveTo>
                    <a:pt x="1401222" y="2770767"/>
                  </a:moveTo>
                  <a:lnTo>
                    <a:pt x="1394232" y="2770767"/>
                  </a:lnTo>
                  <a:lnTo>
                    <a:pt x="1387438" y="2758067"/>
                  </a:lnTo>
                  <a:lnTo>
                    <a:pt x="1395314" y="2758067"/>
                  </a:lnTo>
                  <a:lnTo>
                    <a:pt x="1401222" y="2770767"/>
                  </a:lnTo>
                  <a:close/>
                </a:path>
                <a:path w="2470784" h="4259580">
                  <a:moveTo>
                    <a:pt x="1512288" y="2783467"/>
                  </a:moveTo>
                  <a:lnTo>
                    <a:pt x="1494171" y="2770767"/>
                  </a:lnTo>
                  <a:lnTo>
                    <a:pt x="1496830" y="2758067"/>
                  </a:lnTo>
                  <a:lnTo>
                    <a:pt x="1504215" y="2770767"/>
                  </a:lnTo>
                  <a:lnTo>
                    <a:pt x="1517310" y="2770767"/>
                  </a:lnTo>
                  <a:lnTo>
                    <a:pt x="1512288" y="2783467"/>
                  </a:lnTo>
                  <a:close/>
                </a:path>
                <a:path w="2470784" h="4259580">
                  <a:moveTo>
                    <a:pt x="1578163" y="2770767"/>
                  </a:moveTo>
                  <a:lnTo>
                    <a:pt x="1580132" y="2758067"/>
                  </a:lnTo>
                  <a:lnTo>
                    <a:pt x="1585548" y="2758067"/>
                  </a:lnTo>
                  <a:lnTo>
                    <a:pt x="1578163" y="2770767"/>
                  </a:lnTo>
                  <a:close/>
                </a:path>
                <a:path w="2470784" h="4259580">
                  <a:moveTo>
                    <a:pt x="1310736" y="2783467"/>
                  </a:moveTo>
                  <a:lnTo>
                    <a:pt x="1303056" y="2783467"/>
                  </a:lnTo>
                  <a:lnTo>
                    <a:pt x="1309062" y="2770767"/>
                  </a:lnTo>
                  <a:lnTo>
                    <a:pt x="1310736" y="2783467"/>
                  </a:lnTo>
                  <a:close/>
                </a:path>
                <a:path w="2470784" h="4259580">
                  <a:moveTo>
                    <a:pt x="1340865" y="2783467"/>
                  </a:moveTo>
                  <a:lnTo>
                    <a:pt x="1333086" y="2783467"/>
                  </a:lnTo>
                  <a:lnTo>
                    <a:pt x="1336827" y="2770767"/>
                  </a:lnTo>
                  <a:lnTo>
                    <a:pt x="1340865" y="2783467"/>
                  </a:lnTo>
                  <a:close/>
                </a:path>
                <a:path w="2470784" h="4259580">
                  <a:moveTo>
                    <a:pt x="1357997" y="2783467"/>
                  </a:moveTo>
                  <a:lnTo>
                    <a:pt x="1354649" y="2783467"/>
                  </a:lnTo>
                  <a:lnTo>
                    <a:pt x="1358686" y="2770767"/>
                  </a:lnTo>
                  <a:lnTo>
                    <a:pt x="1357997" y="2783467"/>
                  </a:lnTo>
                  <a:close/>
                </a:path>
                <a:path w="2470784" h="4259580">
                  <a:moveTo>
                    <a:pt x="1456066" y="2783467"/>
                  </a:moveTo>
                  <a:lnTo>
                    <a:pt x="1449470" y="2770767"/>
                  </a:lnTo>
                  <a:lnTo>
                    <a:pt x="1456658" y="2770767"/>
                  </a:lnTo>
                  <a:lnTo>
                    <a:pt x="1456066" y="2783467"/>
                  </a:lnTo>
                  <a:close/>
                </a:path>
                <a:path w="2470784" h="4259580">
                  <a:moveTo>
                    <a:pt x="1468571" y="2783467"/>
                  </a:moveTo>
                  <a:lnTo>
                    <a:pt x="1462860" y="2770767"/>
                  </a:lnTo>
                  <a:lnTo>
                    <a:pt x="1470442" y="2770767"/>
                  </a:lnTo>
                  <a:lnTo>
                    <a:pt x="1468571" y="2783467"/>
                  </a:lnTo>
                  <a:close/>
                </a:path>
                <a:path w="2470784" h="4259580">
                  <a:moveTo>
                    <a:pt x="1604941" y="2783467"/>
                  </a:moveTo>
                  <a:lnTo>
                    <a:pt x="1588794" y="2783467"/>
                  </a:lnTo>
                  <a:lnTo>
                    <a:pt x="1592338" y="2770767"/>
                  </a:lnTo>
                  <a:lnTo>
                    <a:pt x="1597261" y="2770767"/>
                  </a:lnTo>
                  <a:lnTo>
                    <a:pt x="1604941" y="2783467"/>
                  </a:lnTo>
                  <a:close/>
                </a:path>
                <a:path w="2470784" h="4259580">
                  <a:moveTo>
                    <a:pt x="1470342" y="2796167"/>
                  </a:moveTo>
                  <a:lnTo>
                    <a:pt x="1458625" y="2796167"/>
                  </a:lnTo>
                  <a:lnTo>
                    <a:pt x="1462662" y="2783467"/>
                  </a:lnTo>
                  <a:lnTo>
                    <a:pt x="1470342" y="2796167"/>
                  </a:lnTo>
                  <a:close/>
                </a:path>
                <a:path w="2470784" h="4259580">
                  <a:moveTo>
                    <a:pt x="1730679" y="2796167"/>
                  </a:moveTo>
                  <a:lnTo>
                    <a:pt x="1721425" y="2796167"/>
                  </a:lnTo>
                  <a:lnTo>
                    <a:pt x="1727628" y="2783467"/>
                  </a:lnTo>
                  <a:lnTo>
                    <a:pt x="1730679" y="2796167"/>
                  </a:lnTo>
                  <a:close/>
                </a:path>
                <a:path w="2470784" h="4259580">
                  <a:moveTo>
                    <a:pt x="1763369" y="2796167"/>
                  </a:moveTo>
                  <a:lnTo>
                    <a:pt x="1745744" y="2796167"/>
                  </a:lnTo>
                  <a:lnTo>
                    <a:pt x="1763566" y="2783467"/>
                  </a:lnTo>
                  <a:lnTo>
                    <a:pt x="1763369" y="2796167"/>
                  </a:lnTo>
                  <a:close/>
                </a:path>
                <a:path w="2470784" h="4259580">
                  <a:moveTo>
                    <a:pt x="1781191" y="2796167"/>
                  </a:moveTo>
                  <a:lnTo>
                    <a:pt x="1774495" y="2796167"/>
                  </a:lnTo>
                  <a:lnTo>
                    <a:pt x="1775677" y="2783467"/>
                  </a:lnTo>
                  <a:lnTo>
                    <a:pt x="1781191" y="2796167"/>
                  </a:lnTo>
                  <a:close/>
                </a:path>
                <a:path w="2470784" h="4259580">
                  <a:moveTo>
                    <a:pt x="1394822" y="2808867"/>
                  </a:moveTo>
                  <a:lnTo>
                    <a:pt x="1391967" y="2808867"/>
                  </a:lnTo>
                  <a:lnTo>
                    <a:pt x="1391277" y="2796167"/>
                  </a:lnTo>
                  <a:lnTo>
                    <a:pt x="1394822" y="2808867"/>
                  </a:lnTo>
                  <a:close/>
                </a:path>
                <a:path w="2470784" h="4259580">
                  <a:moveTo>
                    <a:pt x="1525978" y="2808867"/>
                  </a:moveTo>
                  <a:lnTo>
                    <a:pt x="1519283" y="2808867"/>
                  </a:lnTo>
                  <a:lnTo>
                    <a:pt x="1520760" y="2796167"/>
                  </a:lnTo>
                  <a:lnTo>
                    <a:pt x="1529818" y="2796167"/>
                  </a:lnTo>
                  <a:lnTo>
                    <a:pt x="1525978" y="2808867"/>
                  </a:lnTo>
                  <a:close/>
                </a:path>
                <a:path w="2470784" h="4259580">
                  <a:moveTo>
                    <a:pt x="1551677" y="2808867"/>
                  </a:moveTo>
                  <a:lnTo>
                    <a:pt x="1550200" y="2796167"/>
                  </a:lnTo>
                  <a:lnTo>
                    <a:pt x="1563985" y="2796167"/>
                  </a:lnTo>
                  <a:lnTo>
                    <a:pt x="1551677" y="2808867"/>
                  </a:lnTo>
                  <a:close/>
                </a:path>
                <a:path w="2470784" h="4259580">
                  <a:moveTo>
                    <a:pt x="1590665" y="2821567"/>
                  </a:moveTo>
                  <a:lnTo>
                    <a:pt x="1588302" y="2821567"/>
                  </a:lnTo>
                  <a:lnTo>
                    <a:pt x="1576683" y="2808867"/>
                  </a:lnTo>
                  <a:lnTo>
                    <a:pt x="1584658" y="2796167"/>
                  </a:lnTo>
                  <a:lnTo>
                    <a:pt x="1590665" y="2821567"/>
                  </a:lnTo>
                  <a:close/>
                </a:path>
                <a:path w="2470784" h="4259580">
                  <a:moveTo>
                    <a:pt x="1638616" y="2808867"/>
                  </a:moveTo>
                  <a:lnTo>
                    <a:pt x="1629558" y="2796167"/>
                  </a:lnTo>
                  <a:lnTo>
                    <a:pt x="1640290" y="2796167"/>
                  </a:lnTo>
                  <a:lnTo>
                    <a:pt x="1638616" y="2808867"/>
                  </a:lnTo>
                  <a:close/>
                </a:path>
                <a:path w="2470784" h="4259580">
                  <a:moveTo>
                    <a:pt x="1663625" y="2821567"/>
                  </a:moveTo>
                  <a:lnTo>
                    <a:pt x="1659491" y="2821567"/>
                  </a:lnTo>
                  <a:lnTo>
                    <a:pt x="1667565" y="2796167"/>
                  </a:lnTo>
                  <a:lnTo>
                    <a:pt x="1663625" y="2821567"/>
                  </a:lnTo>
                  <a:close/>
                </a:path>
                <a:path w="2470784" h="4259580">
                  <a:moveTo>
                    <a:pt x="1520858" y="2821567"/>
                  </a:moveTo>
                  <a:lnTo>
                    <a:pt x="1508747" y="2821567"/>
                  </a:lnTo>
                  <a:lnTo>
                    <a:pt x="1517116" y="2808867"/>
                  </a:lnTo>
                  <a:lnTo>
                    <a:pt x="1520858" y="2821567"/>
                  </a:lnTo>
                  <a:close/>
                </a:path>
                <a:path w="2470784" h="4259580">
                  <a:moveTo>
                    <a:pt x="1696611" y="2821567"/>
                  </a:moveTo>
                  <a:lnTo>
                    <a:pt x="1700352" y="2808867"/>
                  </a:lnTo>
                  <a:lnTo>
                    <a:pt x="1714432" y="2808867"/>
                  </a:lnTo>
                  <a:lnTo>
                    <a:pt x="1696611" y="2821567"/>
                  </a:lnTo>
                  <a:close/>
                </a:path>
                <a:path w="2470784" h="4259580">
                  <a:moveTo>
                    <a:pt x="1495061" y="2834267"/>
                  </a:moveTo>
                  <a:lnTo>
                    <a:pt x="1483738" y="2834267"/>
                  </a:lnTo>
                  <a:lnTo>
                    <a:pt x="1486593" y="2821567"/>
                  </a:lnTo>
                  <a:lnTo>
                    <a:pt x="1495061" y="2834267"/>
                  </a:lnTo>
                  <a:close/>
                </a:path>
                <a:path w="2470784" h="4259580">
                  <a:moveTo>
                    <a:pt x="1793203" y="2834267"/>
                  </a:moveTo>
                  <a:lnTo>
                    <a:pt x="1785720" y="2834267"/>
                  </a:lnTo>
                  <a:lnTo>
                    <a:pt x="1794483" y="2821567"/>
                  </a:lnTo>
                  <a:lnTo>
                    <a:pt x="1793203" y="2834267"/>
                  </a:lnTo>
                  <a:close/>
                </a:path>
                <a:path w="2470784" h="4259580">
                  <a:moveTo>
                    <a:pt x="1421899" y="2846967"/>
                  </a:moveTo>
                  <a:lnTo>
                    <a:pt x="1408705" y="2846967"/>
                  </a:lnTo>
                  <a:lnTo>
                    <a:pt x="1416976" y="2834267"/>
                  </a:lnTo>
                  <a:lnTo>
                    <a:pt x="1421899" y="2846967"/>
                  </a:lnTo>
                  <a:close/>
                </a:path>
                <a:path w="2470784" h="4259580">
                  <a:moveTo>
                    <a:pt x="1518298" y="2846967"/>
                  </a:moveTo>
                  <a:lnTo>
                    <a:pt x="1516427" y="2834267"/>
                  </a:lnTo>
                  <a:lnTo>
                    <a:pt x="1520760" y="2834267"/>
                  </a:lnTo>
                  <a:lnTo>
                    <a:pt x="1518298" y="2846967"/>
                  </a:lnTo>
                  <a:close/>
                </a:path>
                <a:path w="2470784" h="4259580">
                  <a:moveTo>
                    <a:pt x="1706753" y="2846967"/>
                  </a:moveTo>
                  <a:lnTo>
                    <a:pt x="1692673" y="2846967"/>
                  </a:lnTo>
                  <a:lnTo>
                    <a:pt x="1704291" y="2834267"/>
                  </a:lnTo>
                  <a:lnTo>
                    <a:pt x="1706655" y="2834267"/>
                  </a:lnTo>
                  <a:lnTo>
                    <a:pt x="1706753" y="2846967"/>
                  </a:lnTo>
                  <a:close/>
                </a:path>
                <a:path w="2470784" h="4259580">
                  <a:moveTo>
                    <a:pt x="1471229" y="2859667"/>
                  </a:moveTo>
                  <a:lnTo>
                    <a:pt x="1460988" y="2859667"/>
                  </a:lnTo>
                  <a:lnTo>
                    <a:pt x="1463450" y="2846967"/>
                  </a:lnTo>
                  <a:lnTo>
                    <a:pt x="1471229" y="2859667"/>
                  </a:lnTo>
                  <a:close/>
                </a:path>
                <a:path w="2470784" h="4259580">
                  <a:moveTo>
                    <a:pt x="1482158" y="2859667"/>
                  </a:moveTo>
                  <a:lnTo>
                    <a:pt x="1475658" y="2859667"/>
                  </a:lnTo>
                  <a:lnTo>
                    <a:pt x="1473492" y="2846967"/>
                  </a:lnTo>
                  <a:lnTo>
                    <a:pt x="1483929" y="2846967"/>
                  </a:lnTo>
                  <a:lnTo>
                    <a:pt x="1482158" y="2859667"/>
                  </a:lnTo>
                  <a:close/>
                </a:path>
                <a:path w="2470784" h="4259580">
                  <a:moveTo>
                    <a:pt x="1695922" y="2859667"/>
                  </a:moveTo>
                  <a:lnTo>
                    <a:pt x="1684795" y="2859667"/>
                  </a:lnTo>
                  <a:lnTo>
                    <a:pt x="1676426" y="2846967"/>
                  </a:lnTo>
                  <a:lnTo>
                    <a:pt x="1695922" y="2859667"/>
                  </a:lnTo>
                  <a:close/>
                </a:path>
                <a:path w="2470784" h="4259580">
                  <a:moveTo>
                    <a:pt x="1387437" y="2872367"/>
                  </a:moveTo>
                  <a:lnTo>
                    <a:pt x="1378673" y="2859667"/>
                  </a:lnTo>
                  <a:lnTo>
                    <a:pt x="1387240" y="2859667"/>
                  </a:lnTo>
                  <a:lnTo>
                    <a:pt x="1387437" y="2872367"/>
                  </a:lnTo>
                  <a:close/>
                </a:path>
                <a:path w="2470784" h="4259580">
                  <a:moveTo>
                    <a:pt x="1426134" y="2872367"/>
                  </a:moveTo>
                  <a:lnTo>
                    <a:pt x="1414712" y="2859667"/>
                  </a:lnTo>
                  <a:lnTo>
                    <a:pt x="1434404" y="2859667"/>
                  </a:lnTo>
                  <a:lnTo>
                    <a:pt x="1426134" y="2872367"/>
                  </a:lnTo>
                  <a:close/>
                </a:path>
                <a:path w="2470784" h="4259580">
                  <a:moveTo>
                    <a:pt x="1597163" y="2885067"/>
                  </a:moveTo>
                  <a:lnTo>
                    <a:pt x="1589680" y="2872367"/>
                  </a:lnTo>
                  <a:lnTo>
                    <a:pt x="1574025" y="2872367"/>
                  </a:lnTo>
                  <a:lnTo>
                    <a:pt x="1591058" y="2859667"/>
                  </a:lnTo>
                  <a:lnTo>
                    <a:pt x="1597163" y="2885067"/>
                  </a:lnTo>
                  <a:close/>
                </a:path>
                <a:path w="2470784" h="4259580">
                  <a:moveTo>
                    <a:pt x="1670813" y="2872367"/>
                  </a:moveTo>
                  <a:lnTo>
                    <a:pt x="1661459" y="2859667"/>
                  </a:lnTo>
                  <a:lnTo>
                    <a:pt x="1672487" y="2859667"/>
                  </a:lnTo>
                  <a:lnTo>
                    <a:pt x="1670813" y="2872367"/>
                  </a:lnTo>
                  <a:close/>
                </a:path>
                <a:path w="2470784" h="4259580">
                  <a:moveTo>
                    <a:pt x="1534146" y="2885067"/>
                  </a:moveTo>
                  <a:lnTo>
                    <a:pt x="1528730" y="2885067"/>
                  </a:lnTo>
                  <a:lnTo>
                    <a:pt x="1532471" y="2872367"/>
                  </a:lnTo>
                  <a:lnTo>
                    <a:pt x="1540939" y="2872367"/>
                  </a:lnTo>
                  <a:lnTo>
                    <a:pt x="1534146" y="2885067"/>
                  </a:lnTo>
                  <a:close/>
                </a:path>
                <a:path w="2470784" h="4259580">
                  <a:moveTo>
                    <a:pt x="1677213" y="2885067"/>
                  </a:moveTo>
                  <a:lnTo>
                    <a:pt x="1671601" y="2885067"/>
                  </a:lnTo>
                  <a:lnTo>
                    <a:pt x="1676426" y="2872367"/>
                  </a:lnTo>
                  <a:lnTo>
                    <a:pt x="1677213" y="2885067"/>
                  </a:lnTo>
                  <a:close/>
                </a:path>
                <a:path w="2470784" h="4259580">
                  <a:moveTo>
                    <a:pt x="1395708" y="2897767"/>
                  </a:moveTo>
                  <a:lnTo>
                    <a:pt x="1376508" y="2897767"/>
                  </a:lnTo>
                  <a:lnTo>
                    <a:pt x="1374932" y="2885067"/>
                  </a:lnTo>
                  <a:lnTo>
                    <a:pt x="1395117" y="2885067"/>
                  </a:lnTo>
                  <a:lnTo>
                    <a:pt x="1395708" y="2897767"/>
                  </a:lnTo>
                  <a:close/>
                </a:path>
                <a:path w="2470784" h="4259580">
                  <a:moveTo>
                    <a:pt x="1647084" y="2897767"/>
                  </a:moveTo>
                  <a:lnTo>
                    <a:pt x="1634382" y="2897767"/>
                  </a:lnTo>
                  <a:lnTo>
                    <a:pt x="1635761" y="2885067"/>
                  </a:lnTo>
                  <a:lnTo>
                    <a:pt x="1646001" y="2885067"/>
                  </a:lnTo>
                  <a:lnTo>
                    <a:pt x="1647084" y="2897767"/>
                  </a:lnTo>
                  <a:close/>
                </a:path>
                <a:path w="2470784" h="4259580">
                  <a:moveTo>
                    <a:pt x="1755098" y="2897767"/>
                  </a:moveTo>
                  <a:lnTo>
                    <a:pt x="1750569" y="2885067"/>
                  </a:lnTo>
                  <a:lnTo>
                    <a:pt x="1755492" y="2885067"/>
                  </a:lnTo>
                  <a:lnTo>
                    <a:pt x="1755098" y="2897767"/>
                  </a:lnTo>
                  <a:close/>
                </a:path>
                <a:path w="2470784" h="4259580">
                  <a:moveTo>
                    <a:pt x="1541732" y="2910467"/>
                  </a:moveTo>
                  <a:lnTo>
                    <a:pt x="1534249" y="2897767"/>
                  </a:lnTo>
                  <a:lnTo>
                    <a:pt x="1550889" y="2897767"/>
                  </a:lnTo>
                  <a:lnTo>
                    <a:pt x="1541732" y="2910467"/>
                  </a:lnTo>
                  <a:close/>
                </a:path>
                <a:path w="2470784" h="4259580">
                  <a:moveTo>
                    <a:pt x="1592044" y="2910467"/>
                  </a:moveTo>
                  <a:lnTo>
                    <a:pt x="1579538" y="2910467"/>
                  </a:lnTo>
                  <a:lnTo>
                    <a:pt x="1591256" y="2897767"/>
                  </a:lnTo>
                  <a:lnTo>
                    <a:pt x="1592044" y="2910467"/>
                  </a:lnTo>
                  <a:close/>
                </a:path>
                <a:path w="2470784" h="4259580">
                  <a:moveTo>
                    <a:pt x="1602086" y="2910467"/>
                  </a:moveTo>
                  <a:lnTo>
                    <a:pt x="1596080" y="2910467"/>
                  </a:lnTo>
                  <a:lnTo>
                    <a:pt x="1598443" y="2897767"/>
                  </a:lnTo>
                  <a:lnTo>
                    <a:pt x="1605139" y="2897767"/>
                  </a:lnTo>
                  <a:lnTo>
                    <a:pt x="1602086" y="2910467"/>
                  </a:lnTo>
                  <a:close/>
                </a:path>
                <a:path w="2470784" h="4259580">
                  <a:moveTo>
                    <a:pt x="1675736" y="2910467"/>
                  </a:moveTo>
                  <a:lnTo>
                    <a:pt x="1671404" y="2897767"/>
                  </a:lnTo>
                  <a:lnTo>
                    <a:pt x="1682235" y="2897767"/>
                  </a:lnTo>
                  <a:lnTo>
                    <a:pt x="1675736" y="2910467"/>
                  </a:lnTo>
                  <a:close/>
                </a:path>
                <a:path w="2470784" h="4259580">
                  <a:moveTo>
                    <a:pt x="1390686" y="2923167"/>
                  </a:moveTo>
                  <a:lnTo>
                    <a:pt x="1386354" y="2910467"/>
                  </a:lnTo>
                  <a:lnTo>
                    <a:pt x="1392163" y="2910467"/>
                  </a:lnTo>
                  <a:lnTo>
                    <a:pt x="1390686" y="2923167"/>
                  </a:lnTo>
                  <a:close/>
                </a:path>
                <a:path w="2470784" h="4259580">
                  <a:moveTo>
                    <a:pt x="1445432" y="2923167"/>
                  </a:moveTo>
                  <a:lnTo>
                    <a:pt x="1435192" y="2923167"/>
                  </a:lnTo>
                  <a:lnTo>
                    <a:pt x="1436570" y="2910467"/>
                  </a:lnTo>
                  <a:lnTo>
                    <a:pt x="1445432" y="2923167"/>
                  </a:lnTo>
                  <a:close/>
                </a:path>
                <a:path w="2470784" h="4259580">
                  <a:moveTo>
                    <a:pt x="1460202" y="2923167"/>
                  </a:moveTo>
                  <a:lnTo>
                    <a:pt x="1455476" y="2923167"/>
                  </a:lnTo>
                  <a:lnTo>
                    <a:pt x="1460498" y="2910467"/>
                  </a:lnTo>
                  <a:lnTo>
                    <a:pt x="1478713" y="2910467"/>
                  </a:lnTo>
                  <a:lnTo>
                    <a:pt x="1460202" y="2923167"/>
                  </a:lnTo>
                  <a:close/>
                </a:path>
                <a:path w="2470784" h="4259580">
                  <a:moveTo>
                    <a:pt x="1519673" y="2923167"/>
                  </a:moveTo>
                  <a:lnTo>
                    <a:pt x="1514749" y="2923167"/>
                  </a:lnTo>
                  <a:lnTo>
                    <a:pt x="1514355" y="2910467"/>
                  </a:lnTo>
                  <a:lnTo>
                    <a:pt x="1519673" y="2923167"/>
                  </a:lnTo>
                  <a:close/>
                </a:path>
                <a:path w="2470784" h="4259580">
                  <a:moveTo>
                    <a:pt x="1695527" y="2923167"/>
                  </a:moveTo>
                  <a:lnTo>
                    <a:pt x="1690407" y="2923167"/>
                  </a:lnTo>
                  <a:lnTo>
                    <a:pt x="1689324" y="2910467"/>
                  </a:lnTo>
                  <a:lnTo>
                    <a:pt x="1695527" y="2923167"/>
                  </a:lnTo>
                  <a:close/>
                </a:path>
                <a:path w="2470784" h="4259580">
                  <a:moveTo>
                    <a:pt x="1442774" y="2935867"/>
                  </a:moveTo>
                  <a:lnTo>
                    <a:pt x="1440410" y="2935867"/>
                  </a:lnTo>
                  <a:lnTo>
                    <a:pt x="1440903" y="2923167"/>
                  </a:lnTo>
                  <a:lnTo>
                    <a:pt x="1442774" y="2935867"/>
                  </a:lnTo>
                  <a:close/>
                </a:path>
                <a:path w="2470784" h="4259580">
                  <a:moveTo>
                    <a:pt x="1487672" y="2935867"/>
                  </a:moveTo>
                  <a:lnTo>
                    <a:pt x="1480386" y="2935867"/>
                  </a:lnTo>
                  <a:lnTo>
                    <a:pt x="1493087" y="2923167"/>
                  </a:lnTo>
                  <a:lnTo>
                    <a:pt x="1487672" y="2935867"/>
                  </a:lnTo>
                  <a:close/>
                </a:path>
                <a:path w="2470784" h="4259580">
                  <a:moveTo>
                    <a:pt x="1564670" y="2935867"/>
                  </a:moveTo>
                  <a:lnTo>
                    <a:pt x="1534442" y="2935867"/>
                  </a:lnTo>
                  <a:lnTo>
                    <a:pt x="1549014" y="2923167"/>
                  </a:lnTo>
                  <a:lnTo>
                    <a:pt x="1564670" y="2935867"/>
                  </a:lnTo>
                  <a:close/>
                </a:path>
                <a:path w="2470784" h="4259580">
                  <a:moveTo>
                    <a:pt x="1665201" y="2935867"/>
                  </a:moveTo>
                  <a:lnTo>
                    <a:pt x="1669928" y="2923167"/>
                  </a:lnTo>
                  <a:lnTo>
                    <a:pt x="1675835" y="2923167"/>
                  </a:lnTo>
                  <a:lnTo>
                    <a:pt x="1665201" y="2935867"/>
                  </a:lnTo>
                  <a:close/>
                </a:path>
                <a:path w="2470784" h="4259580">
                  <a:moveTo>
                    <a:pt x="1762680" y="2935867"/>
                  </a:moveTo>
                  <a:lnTo>
                    <a:pt x="1754212" y="2935867"/>
                  </a:lnTo>
                  <a:lnTo>
                    <a:pt x="1755295" y="2923167"/>
                  </a:lnTo>
                  <a:lnTo>
                    <a:pt x="1762680" y="2935867"/>
                  </a:lnTo>
                  <a:close/>
                </a:path>
                <a:path w="2470784" h="4259580">
                  <a:moveTo>
                    <a:pt x="1348348" y="2948567"/>
                  </a:moveTo>
                  <a:lnTo>
                    <a:pt x="1344015" y="2948567"/>
                  </a:lnTo>
                  <a:lnTo>
                    <a:pt x="1349529" y="2935867"/>
                  </a:lnTo>
                  <a:lnTo>
                    <a:pt x="1348348" y="2948567"/>
                  </a:lnTo>
                  <a:close/>
                </a:path>
                <a:path w="2470784" h="4259580">
                  <a:moveTo>
                    <a:pt x="1553643" y="2948567"/>
                  </a:moveTo>
                  <a:lnTo>
                    <a:pt x="1552462" y="2948567"/>
                  </a:lnTo>
                  <a:lnTo>
                    <a:pt x="1532080" y="2935867"/>
                  </a:lnTo>
                  <a:lnTo>
                    <a:pt x="1554923" y="2935867"/>
                  </a:lnTo>
                  <a:lnTo>
                    <a:pt x="1553643" y="2948567"/>
                  </a:lnTo>
                  <a:close/>
                </a:path>
                <a:path w="2470784" h="4259580">
                  <a:moveTo>
                    <a:pt x="1726840" y="2948567"/>
                  </a:moveTo>
                  <a:lnTo>
                    <a:pt x="1721523" y="2948567"/>
                  </a:lnTo>
                  <a:lnTo>
                    <a:pt x="1725756" y="2935867"/>
                  </a:lnTo>
                  <a:lnTo>
                    <a:pt x="1726840" y="2948567"/>
                  </a:lnTo>
                  <a:close/>
                </a:path>
                <a:path w="2470784" h="4259580">
                  <a:moveTo>
                    <a:pt x="1528337" y="2961267"/>
                  </a:moveTo>
                  <a:lnTo>
                    <a:pt x="1515241" y="2961267"/>
                  </a:lnTo>
                  <a:lnTo>
                    <a:pt x="1521050" y="2948567"/>
                  </a:lnTo>
                  <a:lnTo>
                    <a:pt x="1528337" y="2961267"/>
                  </a:lnTo>
                  <a:close/>
                </a:path>
                <a:path w="2470784" h="4259580">
                  <a:moveTo>
                    <a:pt x="1618826" y="2961267"/>
                  </a:moveTo>
                  <a:lnTo>
                    <a:pt x="1617743" y="2948567"/>
                  </a:lnTo>
                  <a:lnTo>
                    <a:pt x="1623848" y="2948567"/>
                  </a:lnTo>
                  <a:lnTo>
                    <a:pt x="1618826" y="2961267"/>
                  </a:lnTo>
                  <a:close/>
                </a:path>
                <a:path w="2470784" h="4259580">
                  <a:moveTo>
                    <a:pt x="1639306" y="2961267"/>
                  </a:moveTo>
                  <a:lnTo>
                    <a:pt x="1629361" y="2961267"/>
                  </a:lnTo>
                  <a:lnTo>
                    <a:pt x="1633989" y="2948567"/>
                  </a:lnTo>
                  <a:lnTo>
                    <a:pt x="1639108" y="2948567"/>
                  </a:lnTo>
                  <a:lnTo>
                    <a:pt x="1639306" y="2961267"/>
                  </a:lnTo>
                  <a:close/>
                </a:path>
                <a:path w="2470784" h="4259580">
                  <a:moveTo>
                    <a:pt x="1695527" y="2961267"/>
                  </a:moveTo>
                  <a:lnTo>
                    <a:pt x="1693164" y="2961267"/>
                  </a:lnTo>
                  <a:lnTo>
                    <a:pt x="1695921" y="2948567"/>
                  </a:lnTo>
                  <a:lnTo>
                    <a:pt x="1695527" y="2961267"/>
                  </a:lnTo>
                  <a:close/>
                </a:path>
                <a:path w="2470784" h="4259580">
                  <a:moveTo>
                    <a:pt x="1474775" y="2973967"/>
                  </a:moveTo>
                  <a:lnTo>
                    <a:pt x="1463550" y="2973967"/>
                  </a:lnTo>
                  <a:lnTo>
                    <a:pt x="1466011" y="2961267"/>
                  </a:lnTo>
                  <a:lnTo>
                    <a:pt x="1474775" y="2973967"/>
                  </a:lnTo>
                  <a:close/>
                </a:path>
                <a:path w="2470784" h="4259580">
                  <a:moveTo>
                    <a:pt x="1524497" y="2973967"/>
                  </a:moveTo>
                  <a:lnTo>
                    <a:pt x="1512977" y="2973967"/>
                  </a:lnTo>
                  <a:lnTo>
                    <a:pt x="1517605" y="2961267"/>
                  </a:lnTo>
                  <a:lnTo>
                    <a:pt x="1524497" y="2973967"/>
                  </a:lnTo>
                  <a:close/>
                </a:path>
                <a:path w="2470784" h="4259580">
                  <a:moveTo>
                    <a:pt x="1553938" y="2973967"/>
                  </a:moveTo>
                  <a:lnTo>
                    <a:pt x="1551870" y="2973967"/>
                  </a:lnTo>
                  <a:lnTo>
                    <a:pt x="1554135" y="2961267"/>
                  </a:lnTo>
                  <a:lnTo>
                    <a:pt x="1553938" y="2973967"/>
                  </a:lnTo>
                  <a:close/>
                </a:path>
                <a:path w="2470784" h="4259580">
                  <a:moveTo>
                    <a:pt x="1574614" y="2973967"/>
                  </a:moveTo>
                  <a:lnTo>
                    <a:pt x="1571759" y="2961267"/>
                  </a:lnTo>
                  <a:lnTo>
                    <a:pt x="1579045" y="2961267"/>
                  </a:lnTo>
                  <a:lnTo>
                    <a:pt x="1574614" y="2973967"/>
                  </a:lnTo>
                  <a:close/>
                </a:path>
                <a:path w="2470784" h="4259580">
                  <a:moveTo>
                    <a:pt x="1654567" y="2986667"/>
                  </a:moveTo>
                  <a:lnTo>
                    <a:pt x="1649644" y="2973967"/>
                  </a:lnTo>
                  <a:lnTo>
                    <a:pt x="1662247" y="2961267"/>
                  </a:lnTo>
                  <a:lnTo>
                    <a:pt x="1664905" y="2973967"/>
                  </a:lnTo>
                  <a:lnTo>
                    <a:pt x="1656831" y="2973967"/>
                  </a:lnTo>
                  <a:lnTo>
                    <a:pt x="1654567" y="2986667"/>
                  </a:lnTo>
                  <a:close/>
                </a:path>
                <a:path w="2470784" h="4259580">
                  <a:moveTo>
                    <a:pt x="1704684" y="2973967"/>
                  </a:moveTo>
                  <a:lnTo>
                    <a:pt x="1700549" y="2973967"/>
                  </a:lnTo>
                  <a:lnTo>
                    <a:pt x="1712660" y="2961267"/>
                  </a:lnTo>
                  <a:lnTo>
                    <a:pt x="1713841" y="2961267"/>
                  </a:lnTo>
                  <a:lnTo>
                    <a:pt x="1704684" y="2973967"/>
                  </a:lnTo>
                  <a:close/>
                </a:path>
                <a:path w="2470784" h="4259580">
                  <a:moveTo>
                    <a:pt x="1406145" y="2986667"/>
                  </a:moveTo>
                  <a:lnTo>
                    <a:pt x="1400238" y="2973967"/>
                  </a:lnTo>
                  <a:lnTo>
                    <a:pt x="1412151" y="2973967"/>
                  </a:lnTo>
                  <a:lnTo>
                    <a:pt x="1406145" y="2986667"/>
                  </a:lnTo>
                  <a:close/>
                </a:path>
                <a:path w="2470784" h="4259580">
                  <a:moveTo>
                    <a:pt x="1453015" y="2986667"/>
                  </a:moveTo>
                  <a:lnTo>
                    <a:pt x="1446812" y="2986667"/>
                  </a:lnTo>
                  <a:lnTo>
                    <a:pt x="1439033" y="2973967"/>
                  </a:lnTo>
                  <a:lnTo>
                    <a:pt x="1453015" y="2986667"/>
                  </a:lnTo>
                  <a:close/>
                </a:path>
                <a:path w="2470784" h="4259580">
                  <a:moveTo>
                    <a:pt x="1510126" y="2986667"/>
                  </a:moveTo>
                  <a:lnTo>
                    <a:pt x="1503726" y="2986667"/>
                  </a:lnTo>
                  <a:lnTo>
                    <a:pt x="1504710" y="2973967"/>
                  </a:lnTo>
                  <a:lnTo>
                    <a:pt x="1510126" y="2986667"/>
                  </a:lnTo>
                  <a:close/>
                </a:path>
                <a:path w="2470784" h="4259580">
                  <a:moveTo>
                    <a:pt x="1621583" y="2986667"/>
                  </a:moveTo>
                  <a:lnTo>
                    <a:pt x="1609866" y="2986667"/>
                  </a:lnTo>
                  <a:lnTo>
                    <a:pt x="1615675" y="2973967"/>
                  </a:lnTo>
                  <a:lnTo>
                    <a:pt x="1621583" y="2986667"/>
                  </a:lnTo>
                  <a:close/>
                </a:path>
                <a:path w="2470784" h="4259580">
                  <a:moveTo>
                    <a:pt x="1679084" y="2999367"/>
                  </a:moveTo>
                  <a:lnTo>
                    <a:pt x="1674062" y="2973967"/>
                  </a:lnTo>
                  <a:lnTo>
                    <a:pt x="1680856" y="2973967"/>
                  </a:lnTo>
                  <a:lnTo>
                    <a:pt x="1689225" y="2986667"/>
                  </a:lnTo>
                  <a:lnTo>
                    <a:pt x="1679084" y="2999367"/>
                  </a:lnTo>
                  <a:close/>
                </a:path>
                <a:path w="2470784" h="4259580">
                  <a:moveTo>
                    <a:pt x="1716304" y="2986667"/>
                  </a:moveTo>
                  <a:lnTo>
                    <a:pt x="1703405" y="2986667"/>
                  </a:lnTo>
                  <a:lnTo>
                    <a:pt x="1713547" y="2973967"/>
                  </a:lnTo>
                  <a:lnTo>
                    <a:pt x="1716304" y="2986667"/>
                  </a:lnTo>
                  <a:close/>
                </a:path>
                <a:path w="2470784" h="4259580">
                  <a:moveTo>
                    <a:pt x="1426232" y="2999367"/>
                  </a:moveTo>
                  <a:lnTo>
                    <a:pt x="1424066" y="2999367"/>
                  </a:lnTo>
                  <a:lnTo>
                    <a:pt x="1425937" y="2986667"/>
                  </a:lnTo>
                  <a:lnTo>
                    <a:pt x="1440903" y="2986667"/>
                  </a:lnTo>
                  <a:lnTo>
                    <a:pt x="1426232" y="2999367"/>
                  </a:lnTo>
                  <a:close/>
                </a:path>
                <a:path w="2470784" h="4259580">
                  <a:moveTo>
                    <a:pt x="1450848" y="2999367"/>
                  </a:moveTo>
                  <a:lnTo>
                    <a:pt x="1438244" y="2999367"/>
                  </a:lnTo>
                  <a:lnTo>
                    <a:pt x="1444940" y="2986667"/>
                  </a:lnTo>
                  <a:lnTo>
                    <a:pt x="1450848" y="2999367"/>
                  </a:lnTo>
                  <a:close/>
                </a:path>
                <a:path w="2470784" h="4259580">
                  <a:moveTo>
                    <a:pt x="1480878" y="2999367"/>
                  </a:moveTo>
                  <a:lnTo>
                    <a:pt x="1472213" y="2986667"/>
                  </a:lnTo>
                  <a:lnTo>
                    <a:pt x="1477826" y="2986667"/>
                  </a:lnTo>
                  <a:lnTo>
                    <a:pt x="1480878" y="2999367"/>
                  </a:lnTo>
                  <a:close/>
                </a:path>
                <a:path w="2470784" h="4259580">
                  <a:moveTo>
                    <a:pt x="1500275" y="2999367"/>
                  </a:moveTo>
                  <a:lnTo>
                    <a:pt x="1494761" y="2999367"/>
                  </a:lnTo>
                  <a:lnTo>
                    <a:pt x="1492496" y="2986667"/>
                  </a:lnTo>
                  <a:lnTo>
                    <a:pt x="1500275" y="2999367"/>
                  </a:lnTo>
                  <a:close/>
                </a:path>
                <a:path w="2470784" h="4259580">
                  <a:moveTo>
                    <a:pt x="1541237" y="2999367"/>
                  </a:moveTo>
                  <a:lnTo>
                    <a:pt x="1538283" y="2999367"/>
                  </a:lnTo>
                  <a:lnTo>
                    <a:pt x="1538677" y="2986667"/>
                  </a:lnTo>
                  <a:lnTo>
                    <a:pt x="1541237" y="2999367"/>
                  </a:lnTo>
                  <a:close/>
                </a:path>
                <a:path w="2470784" h="4259580">
                  <a:moveTo>
                    <a:pt x="1414417" y="3012067"/>
                  </a:moveTo>
                  <a:lnTo>
                    <a:pt x="1392361" y="3012067"/>
                  </a:lnTo>
                  <a:lnTo>
                    <a:pt x="1404078" y="2999367"/>
                  </a:lnTo>
                  <a:lnTo>
                    <a:pt x="1414417" y="3012067"/>
                  </a:lnTo>
                  <a:close/>
                </a:path>
                <a:path w="2470784" h="4259580">
                  <a:moveTo>
                    <a:pt x="1500277" y="3012067"/>
                  </a:moveTo>
                  <a:lnTo>
                    <a:pt x="1481667" y="3012067"/>
                  </a:lnTo>
                  <a:lnTo>
                    <a:pt x="1483243" y="2999367"/>
                  </a:lnTo>
                  <a:lnTo>
                    <a:pt x="1500277" y="3012067"/>
                  </a:lnTo>
                  <a:close/>
                </a:path>
                <a:path w="2470784" h="4259580">
                  <a:moveTo>
                    <a:pt x="1616363" y="3012067"/>
                  </a:moveTo>
                  <a:lnTo>
                    <a:pt x="1611834" y="3012067"/>
                  </a:lnTo>
                  <a:lnTo>
                    <a:pt x="1605138" y="2999367"/>
                  </a:lnTo>
                  <a:lnTo>
                    <a:pt x="1616363" y="3012067"/>
                  </a:lnTo>
                  <a:close/>
                </a:path>
                <a:path w="2470784" h="4259580">
                  <a:moveTo>
                    <a:pt x="1690605" y="3012067"/>
                  </a:moveTo>
                  <a:lnTo>
                    <a:pt x="1666876" y="3012067"/>
                  </a:lnTo>
                  <a:lnTo>
                    <a:pt x="1669534" y="2999367"/>
                  </a:lnTo>
                  <a:lnTo>
                    <a:pt x="1690605" y="3012067"/>
                  </a:lnTo>
                  <a:close/>
                </a:path>
                <a:path w="2470784" h="4259580">
                  <a:moveTo>
                    <a:pt x="1555711" y="3037467"/>
                  </a:moveTo>
                  <a:lnTo>
                    <a:pt x="1552560" y="3012067"/>
                  </a:lnTo>
                  <a:lnTo>
                    <a:pt x="1564376" y="3012067"/>
                  </a:lnTo>
                  <a:lnTo>
                    <a:pt x="1555711" y="3037467"/>
                  </a:lnTo>
                  <a:close/>
                </a:path>
                <a:path w="2470784" h="4259580">
                  <a:moveTo>
                    <a:pt x="1401025" y="3037467"/>
                  </a:moveTo>
                  <a:lnTo>
                    <a:pt x="1382416" y="3037467"/>
                  </a:lnTo>
                  <a:lnTo>
                    <a:pt x="1398071" y="3024767"/>
                  </a:lnTo>
                  <a:lnTo>
                    <a:pt x="1401714" y="3024767"/>
                  </a:lnTo>
                  <a:lnTo>
                    <a:pt x="1401025" y="3037467"/>
                  </a:lnTo>
                  <a:close/>
                </a:path>
                <a:path w="2470784" h="4259580">
                  <a:moveTo>
                    <a:pt x="1615183" y="3037467"/>
                  </a:moveTo>
                  <a:lnTo>
                    <a:pt x="1612622" y="3037467"/>
                  </a:lnTo>
                  <a:lnTo>
                    <a:pt x="1612228" y="3024767"/>
                  </a:lnTo>
                  <a:lnTo>
                    <a:pt x="1615183" y="3037467"/>
                  </a:lnTo>
                  <a:close/>
                </a:path>
                <a:path w="2470784" h="4259580">
                  <a:moveTo>
                    <a:pt x="1492104" y="3050167"/>
                  </a:moveTo>
                  <a:lnTo>
                    <a:pt x="1480583" y="3050167"/>
                  </a:lnTo>
                  <a:lnTo>
                    <a:pt x="1484817" y="3037467"/>
                  </a:lnTo>
                  <a:lnTo>
                    <a:pt x="1492104" y="3050167"/>
                  </a:lnTo>
                  <a:close/>
                </a:path>
                <a:path w="2470784" h="4259580">
                  <a:moveTo>
                    <a:pt x="1530504" y="3050167"/>
                  </a:moveTo>
                  <a:lnTo>
                    <a:pt x="1511106" y="3050167"/>
                  </a:lnTo>
                  <a:lnTo>
                    <a:pt x="1526664" y="3037467"/>
                  </a:lnTo>
                  <a:lnTo>
                    <a:pt x="1530504" y="3050167"/>
                  </a:lnTo>
                  <a:close/>
                </a:path>
                <a:path w="2470784" h="4259580">
                  <a:moveTo>
                    <a:pt x="1607108" y="3050167"/>
                  </a:moveTo>
                  <a:lnTo>
                    <a:pt x="1597458" y="3037467"/>
                  </a:lnTo>
                  <a:lnTo>
                    <a:pt x="1611735" y="3037467"/>
                  </a:lnTo>
                  <a:lnTo>
                    <a:pt x="1607108" y="3050167"/>
                  </a:lnTo>
                  <a:close/>
                </a:path>
                <a:path w="2470784" h="4259580">
                  <a:moveTo>
                    <a:pt x="1632807" y="3050167"/>
                  </a:moveTo>
                  <a:lnTo>
                    <a:pt x="1613213" y="3050167"/>
                  </a:lnTo>
                  <a:lnTo>
                    <a:pt x="1635564" y="3037467"/>
                  </a:lnTo>
                  <a:lnTo>
                    <a:pt x="1632807" y="3050167"/>
                  </a:lnTo>
                  <a:close/>
                </a:path>
                <a:path w="2470784" h="4259580">
                  <a:moveTo>
                    <a:pt x="1363708" y="3062867"/>
                  </a:moveTo>
                  <a:lnTo>
                    <a:pt x="1361542" y="3062867"/>
                  </a:lnTo>
                  <a:lnTo>
                    <a:pt x="1364594" y="3050167"/>
                  </a:lnTo>
                  <a:lnTo>
                    <a:pt x="1363708" y="3062867"/>
                  </a:lnTo>
                  <a:close/>
                </a:path>
                <a:path w="2470784" h="4259580">
                  <a:moveTo>
                    <a:pt x="1426526" y="3062867"/>
                  </a:moveTo>
                  <a:lnTo>
                    <a:pt x="1420126" y="3050167"/>
                  </a:lnTo>
                  <a:lnTo>
                    <a:pt x="1432927" y="3050167"/>
                  </a:lnTo>
                  <a:lnTo>
                    <a:pt x="1426526" y="3062867"/>
                  </a:lnTo>
                  <a:close/>
                </a:path>
                <a:path w="2470784" h="4259580">
                  <a:moveTo>
                    <a:pt x="1507858" y="3062867"/>
                  </a:moveTo>
                  <a:lnTo>
                    <a:pt x="1502245" y="3062867"/>
                  </a:lnTo>
                  <a:lnTo>
                    <a:pt x="1504116" y="3050167"/>
                  </a:lnTo>
                  <a:lnTo>
                    <a:pt x="1507858" y="3062867"/>
                  </a:lnTo>
                  <a:close/>
                </a:path>
                <a:path w="2470784" h="4259580">
                  <a:moveTo>
                    <a:pt x="1683121" y="3062867"/>
                  </a:moveTo>
                  <a:lnTo>
                    <a:pt x="1680265" y="3062867"/>
                  </a:lnTo>
                  <a:lnTo>
                    <a:pt x="1678296" y="3050167"/>
                  </a:lnTo>
                  <a:lnTo>
                    <a:pt x="1683121" y="3062867"/>
                  </a:lnTo>
                  <a:close/>
                </a:path>
                <a:path w="2470784" h="4259580">
                  <a:moveTo>
                    <a:pt x="1460398" y="3075567"/>
                  </a:moveTo>
                  <a:lnTo>
                    <a:pt x="1440508" y="3075567"/>
                  </a:lnTo>
                  <a:lnTo>
                    <a:pt x="1457247" y="3062867"/>
                  </a:lnTo>
                  <a:lnTo>
                    <a:pt x="1460398" y="3075567"/>
                  </a:lnTo>
                  <a:close/>
                </a:path>
                <a:path w="2470784" h="4259580">
                  <a:moveTo>
                    <a:pt x="1481175" y="3075567"/>
                  </a:moveTo>
                  <a:lnTo>
                    <a:pt x="1474381" y="3062867"/>
                  </a:lnTo>
                  <a:lnTo>
                    <a:pt x="1486786" y="3062867"/>
                  </a:lnTo>
                  <a:lnTo>
                    <a:pt x="1481175" y="3075567"/>
                  </a:lnTo>
                  <a:close/>
                </a:path>
                <a:path w="2470784" h="4259580">
                  <a:moveTo>
                    <a:pt x="1505495" y="3088267"/>
                  </a:moveTo>
                  <a:lnTo>
                    <a:pt x="1496141" y="3088267"/>
                  </a:lnTo>
                  <a:lnTo>
                    <a:pt x="1495944" y="3075567"/>
                  </a:lnTo>
                  <a:lnTo>
                    <a:pt x="1505495" y="3088267"/>
                  </a:lnTo>
                  <a:close/>
                </a:path>
                <a:path w="2470784" h="4259580">
                  <a:moveTo>
                    <a:pt x="1633988" y="3088267"/>
                  </a:moveTo>
                  <a:lnTo>
                    <a:pt x="1622566" y="3088267"/>
                  </a:lnTo>
                  <a:lnTo>
                    <a:pt x="1626800" y="3075567"/>
                  </a:lnTo>
                  <a:lnTo>
                    <a:pt x="1633890" y="3075567"/>
                  </a:lnTo>
                  <a:lnTo>
                    <a:pt x="1633988" y="3088267"/>
                  </a:lnTo>
                  <a:close/>
                </a:path>
                <a:path w="2470784" h="4259580">
                  <a:moveTo>
                    <a:pt x="1643735" y="3088267"/>
                  </a:moveTo>
                  <a:lnTo>
                    <a:pt x="1636547" y="3088267"/>
                  </a:lnTo>
                  <a:lnTo>
                    <a:pt x="1647083" y="3075567"/>
                  </a:lnTo>
                  <a:lnTo>
                    <a:pt x="1643735" y="3088267"/>
                  </a:lnTo>
                  <a:close/>
                </a:path>
                <a:path w="2470784" h="4259580">
                  <a:moveTo>
                    <a:pt x="1662543" y="3088267"/>
                  </a:moveTo>
                  <a:lnTo>
                    <a:pt x="1658900" y="3075567"/>
                  </a:lnTo>
                  <a:lnTo>
                    <a:pt x="1664316" y="3075567"/>
                  </a:lnTo>
                  <a:lnTo>
                    <a:pt x="1662543" y="3088267"/>
                  </a:lnTo>
                  <a:close/>
                </a:path>
                <a:path w="2470784" h="4259580">
                  <a:moveTo>
                    <a:pt x="1691590" y="3088267"/>
                  </a:moveTo>
                  <a:lnTo>
                    <a:pt x="1686470" y="3088267"/>
                  </a:lnTo>
                  <a:lnTo>
                    <a:pt x="1688045" y="3075567"/>
                  </a:lnTo>
                  <a:lnTo>
                    <a:pt x="1691590" y="3088267"/>
                  </a:lnTo>
                  <a:close/>
                </a:path>
                <a:path w="2470784" h="4259580">
                  <a:moveTo>
                    <a:pt x="1544584" y="3100967"/>
                  </a:moveTo>
                  <a:lnTo>
                    <a:pt x="1539759" y="3100967"/>
                  </a:lnTo>
                  <a:lnTo>
                    <a:pt x="1541827" y="3088267"/>
                  </a:lnTo>
                  <a:lnTo>
                    <a:pt x="1546159" y="3088267"/>
                  </a:lnTo>
                  <a:lnTo>
                    <a:pt x="1544584" y="3100967"/>
                  </a:lnTo>
                  <a:close/>
                </a:path>
                <a:path w="2470784" h="4259580">
                  <a:moveTo>
                    <a:pt x="1610849" y="3113667"/>
                  </a:moveTo>
                  <a:lnTo>
                    <a:pt x="1601003" y="3113667"/>
                  </a:lnTo>
                  <a:lnTo>
                    <a:pt x="1592534" y="3100967"/>
                  </a:lnTo>
                  <a:lnTo>
                    <a:pt x="1587710" y="3100967"/>
                  </a:lnTo>
                  <a:lnTo>
                    <a:pt x="1597458" y="3088267"/>
                  </a:lnTo>
                  <a:lnTo>
                    <a:pt x="1601101" y="3100967"/>
                  </a:lnTo>
                  <a:lnTo>
                    <a:pt x="1610849" y="3113667"/>
                  </a:lnTo>
                  <a:close/>
                </a:path>
                <a:path w="2470784" h="4259580">
                  <a:moveTo>
                    <a:pt x="1716304" y="3100967"/>
                  </a:moveTo>
                  <a:lnTo>
                    <a:pt x="1698679" y="3100967"/>
                  </a:lnTo>
                  <a:lnTo>
                    <a:pt x="1705670" y="3088267"/>
                  </a:lnTo>
                  <a:lnTo>
                    <a:pt x="1716304" y="3100967"/>
                  </a:lnTo>
                  <a:close/>
                </a:path>
                <a:path w="2470784" h="4259580">
                  <a:moveTo>
                    <a:pt x="1556402" y="3139067"/>
                  </a:moveTo>
                  <a:lnTo>
                    <a:pt x="1545177" y="3126367"/>
                  </a:lnTo>
                  <a:lnTo>
                    <a:pt x="1546259" y="3100967"/>
                  </a:lnTo>
                  <a:lnTo>
                    <a:pt x="1561127" y="3100967"/>
                  </a:lnTo>
                  <a:lnTo>
                    <a:pt x="1558173" y="3113667"/>
                  </a:lnTo>
                  <a:lnTo>
                    <a:pt x="1565557" y="3113667"/>
                  </a:lnTo>
                  <a:lnTo>
                    <a:pt x="1559159" y="3126367"/>
                  </a:lnTo>
                  <a:lnTo>
                    <a:pt x="1556402" y="3139067"/>
                  </a:lnTo>
                  <a:close/>
                </a:path>
                <a:path w="2470784" h="4259580">
                  <a:moveTo>
                    <a:pt x="1576979" y="3113667"/>
                  </a:moveTo>
                  <a:lnTo>
                    <a:pt x="1566247" y="3113667"/>
                  </a:lnTo>
                  <a:lnTo>
                    <a:pt x="1568511" y="3100967"/>
                  </a:lnTo>
                  <a:lnTo>
                    <a:pt x="1576979" y="3113667"/>
                  </a:lnTo>
                  <a:close/>
                </a:path>
                <a:path w="2470784" h="4259580">
                  <a:moveTo>
                    <a:pt x="1513765" y="3126367"/>
                  </a:moveTo>
                  <a:lnTo>
                    <a:pt x="1487376" y="3126367"/>
                  </a:lnTo>
                  <a:lnTo>
                    <a:pt x="1503327" y="3113667"/>
                  </a:lnTo>
                  <a:lnTo>
                    <a:pt x="1513765" y="3126367"/>
                  </a:lnTo>
                  <a:close/>
                </a:path>
                <a:path w="2470784" h="4259580">
                  <a:moveTo>
                    <a:pt x="1524301" y="3126367"/>
                  </a:moveTo>
                  <a:lnTo>
                    <a:pt x="1517803" y="3126367"/>
                  </a:lnTo>
                  <a:lnTo>
                    <a:pt x="1515636" y="3113667"/>
                  </a:lnTo>
                  <a:lnTo>
                    <a:pt x="1526664" y="3113667"/>
                  </a:lnTo>
                  <a:lnTo>
                    <a:pt x="1524301" y="3126367"/>
                  </a:lnTo>
                  <a:close/>
                </a:path>
                <a:path w="2470784" h="4259580">
                  <a:moveTo>
                    <a:pt x="1588302" y="3126367"/>
                  </a:moveTo>
                  <a:lnTo>
                    <a:pt x="1588007" y="3113667"/>
                  </a:lnTo>
                  <a:lnTo>
                    <a:pt x="1592241" y="3113667"/>
                  </a:lnTo>
                  <a:lnTo>
                    <a:pt x="1588302" y="3126367"/>
                  </a:lnTo>
                  <a:close/>
                </a:path>
                <a:path w="2470784" h="4259580">
                  <a:moveTo>
                    <a:pt x="1635367" y="3126367"/>
                  </a:moveTo>
                  <a:lnTo>
                    <a:pt x="1627392" y="3126367"/>
                  </a:lnTo>
                  <a:lnTo>
                    <a:pt x="1630740" y="3113667"/>
                  </a:lnTo>
                  <a:lnTo>
                    <a:pt x="1635367" y="3126367"/>
                  </a:lnTo>
                  <a:close/>
                </a:path>
                <a:path w="2470784" h="4259580">
                  <a:moveTo>
                    <a:pt x="1489937" y="3139067"/>
                  </a:moveTo>
                  <a:lnTo>
                    <a:pt x="1482553" y="3139067"/>
                  </a:lnTo>
                  <a:lnTo>
                    <a:pt x="1485901" y="3126367"/>
                  </a:lnTo>
                  <a:lnTo>
                    <a:pt x="1489937" y="3139067"/>
                  </a:lnTo>
                  <a:close/>
                </a:path>
                <a:path w="2470784" h="4259580">
                  <a:moveTo>
                    <a:pt x="1505100" y="3139067"/>
                  </a:moveTo>
                  <a:lnTo>
                    <a:pt x="1499684" y="3139067"/>
                  </a:lnTo>
                  <a:lnTo>
                    <a:pt x="1509728" y="3126367"/>
                  </a:lnTo>
                  <a:lnTo>
                    <a:pt x="1505100" y="3139067"/>
                  </a:lnTo>
                  <a:close/>
                </a:path>
                <a:path w="2470784" h="4259580">
                  <a:moveTo>
                    <a:pt x="1578258" y="3139067"/>
                  </a:moveTo>
                  <a:lnTo>
                    <a:pt x="1570283" y="3139067"/>
                  </a:lnTo>
                  <a:lnTo>
                    <a:pt x="1571465" y="3126367"/>
                  </a:lnTo>
                  <a:lnTo>
                    <a:pt x="1579243" y="3126367"/>
                  </a:lnTo>
                  <a:lnTo>
                    <a:pt x="1578258" y="3139067"/>
                  </a:lnTo>
                  <a:close/>
                </a:path>
                <a:path w="2470784" h="4259580">
                  <a:moveTo>
                    <a:pt x="1586924" y="3139067"/>
                  </a:moveTo>
                  <a:lnTo>
                    <a:pt x="1587515" y="3126367"/>
                  </a:lnTo>
                  <a:lnTo>
                    <a:pt x="1596475" y="3126367"/>
                  </a:lnTo>
                  <a:lnTo>
                    <a:pt x="1586924" y="3139067"/>
                  </a:lnTo>
                  <a:close/>
                </a:path>
                <a:path w="2470784" h="4259580">
                  <a:moveTo>
                    <a:pt x="1670224" y="3139067"/>
                  </a:moveTo>
                  <a:lnTo>
                    <a:pt x="1672193" y="3126367"/>
                  </a:lnTo>
                  <a:lnTo>
                    <a:pt x="1674851" y="3126367"/>
                  </a:lnTo>
                  <a:lnTo>
                    <a:pt x="1670224" y="3139067"/>
                  </a:lnTo>
                  <a:close/>
                </a:path>
                <a:path w="2470784" h="4259580">
                  <a:moveTo>
                    <a:pt x="1462664" y="3151767"/>
                  </a:moveTo>
                  <a:lnTo>
                    <a:pt x="1457544" y="3139067"/>
                  </a:lnTo>
                  <a:lnTo>
                    <a:pt x="1466602" y="3139067"/>
                  </a:lnTo>
                  <a:lnTo>
                    <a:pt x="1462664" y="3151767"/>
                  </a:lnTo>
                  <a:close/>
                </a:path>
                <a:path w="2470784" h="4259580">
                  <a:moveTo>
                    <a:pt x="1551379" y="3151767"/>
                  </a:moveTo>
                  <a:lnTo>
                    <a:pt x="1542320" y="3151767"/>
                  </a:lnTo>
                  <a:lnTo>
                    <a:pt x="1545865" y="3139067"/>
                  </a:lnTo>
                  <a:lnTo>
                    <a:pt x="1551379" y="3151767"/>
                  </a:lnTo>
                  <a:close/>
                </a:path>
                <a:path w="2470784" h="4259580">
                  <a:moveTo>
                    <a:pt x="1681547" y="3151767"/>
                  </a:moveTo>
                  <a:lnTo>
                    <a:pt x="1669338" y="3151767"/>
                  </a:lnTo>
                  <a:lnTo>
                    <a:pt x="1675442" y="3139067"/>
                  </a:lnTo>
                  <a:lnTo>
                    <a:pt x="1681547" y="3151767"/>
                  </a:lnTo>
                  <a:close/>
                </a:path>
                <a:path w="2470784" h="4259580">
                  <a:moveTo>
                    <a:pt x="1440902" y="3164467"/>
                  </a:moveTo>
                  <a:lnTo>
                    <a:pt x="1434206" y="3151767"/>
                  </a:lnTo>
                  <a:lnTo>
                    <a:pt x="1445629" y="3151767"/>
                  </a:lnTo>
                  <a:lnTo>
                    <a:pt x="1440902" y="3164467"/>
                  </a:lnTo>
                  <a:close/>
                </a:path>
                <a:path w="2470784" h="4259580">
                  <a:moveTo>
                    <a:pt x="1495156" y="3164467"/>
                  </a:moveTo>
                  <a:lnTo>
                    <a:pt x="1493383" y="3164467"/>
                  </a:lnTo>
                  <a:lnTo>
                    <a:pt x="1485802" y="3151767"/>
                  </a:lnTo>
                  <a:lnTo>
                    <a:pt x="1496042" y="3151767"/>
                  </a:lnTo>
                  <a:lnTo>
                    <a:pt x="1495156" y="3164467"/>
                  </a:lnTo>
                  <a:close/>
                </a:path>
                <a:path w="2470784" h="4259580">
                  <a:moveTo>
                    <a:pt x="1550296" y="3164467"/>
                  </a:moveTo>
                  <a:lnTo>
                    <a:pt x="1538678" y="3151767"/>
                  </a:lnTo>
                  <a:lnTo>
                    <a:pt x="1554333" y="3151767"/>
                  </a:lnTo>
                  <a:lnTo>
                    <a:pt x="1550296" y="3164467"/>
                  </a:lnTo>
                  <a:close/>
                </a:path>
                <a:path w="2470784" h="4259580">
                  <a:moveTo>
                    <a:pt x="1589187" y="3164467"/>
                  </a:moveTo>
                  <a:lnTo>
                    <a:pt x="1576978" y="3151767"/>
                  </a:lnTo>
                  <a:lnTo>
                    <a:pt x="1586332" y="3151767"/>
                  </a:lnTo>
                  <a:lnTo>
                    <a:pt x="1589187" y="3164467"/>
                  </a:lnTo>
                  <a:close/>
                </a:path>
                <a:path w="2470784" h="4259580">
                  <a:moveTo>
                    <a:pt x="1614986" y="3164467"/>
                  </a:moveTo>
                  <a:lnTo>
                    <a:pt x="1602974" y="3164467"/>
                  </a:lnTo>
                  <a:lnTo>
                    <a:pt x="1600611" y="3151767"/>
                  </a:lnTo>
                  <a:lnTo>
                    <a:pt x="1614986" y="3164467"/>
                  </a:lnTo>
                  <a:close/>
                </a:path>
                <a:path w="2470784" h="4259580">
                  <a:moveTo>
                    <a:pt x="1655848" y="3164467"/>
                  </a:moveTo>
                  <a:lnTo>
                    <a:pt x="1641276" y="3164467"/>
                  </a:lnTo>
                  <a:lnTo>
                    <a:pt x="1647577" y="3151767"/>
                  </a:lnTo>
                  <a:lnTo>
                    <a:pt x="1655848" y="3164467"/>
                  </a:lnTo>
                  <a:close/>
                </a:path>
                <a:path w="2470784" h="4259580">
                  <a:moveTo>
                    <a:pt x="1773607" y="522220"/>
                  </a:moveTo>
                  <a:lnTo>
                    <a:pt x="1768094" y="510404"/>
                  </a:lnTo>
                  <a:lnTo>
                    <a:pt x="1773115" y="508631"/>
                  </a:lnTo>
                  <a:lnTo>
                    <a:pt x="1776168" y="509025"/>
                  </a:lnTo>
                  <a:lnTo>
                    <a:pt x="1773607" y="522220"/>
                  </a:lnTo>
                  <a:close/>
                </a:path>
                <a:path w="2470784" h="4259580">
                  <a:moveTo>
                    <a:pt x="1789755" y="559439"/>
                  </a:moveTo>
                  <a:lnTo>
                    <a:pt x="1781780" y="552842"/>
                  </a:lnTo>
                  <a:lnTo>
                    <a:pt x="1789952" y="555402"/>
                  </a:lnTo>
                  <a:lnTo>
                    <a:pt x="1789775" y="559046"/>
                  </a:lnTo>
                  <a:lnTo>
                    <a:pt x="1789755" y="559439"/>
                  </a:lnTo>
                  <a:close/>
                </a:path>
                <a:path w="2470784" h="4259580">
                  <a:moveTo>
                    <a:pt x="1698284" y="541322"/>
                  </a:moveTo>
                  <a:lnTo>
                    <a:pt x="1698087" y="534823"/>
                  </a:lnTo>
                  <a:lnTo>
                    <a:pt x="1703699" y="540239"/>
                  </a:lnTo>
                  <a:lnTo>
                    <a:pt x="1698284" y="541322"/>
                  </a:lnTo>
                  <a:close/>
                </a:path>
                <a:path w="2470784" h="4259580">
                  <a:moveTo>
                    <a:pt x="1743281" y="560326"/>
                  </a:moveTo>
                  <a:lnTo>
                    <a:pt x="1740820" y="553236"/>
                  </a:lnTo>
                  <a:lnTo>
                    <a:pt x="1748401" y="555698"/>
                  </a:lnTo>
                  <a:lnTo>
                    <a:pt x="1743281" y="560326"/>
                  </a:lnTo>
                  <a:close/>
                </a:path>
                <a:path w="2470784" h="4259580">
                  <a:moveTo>
                    <a:pt x="1782568" y="647467"/>
                  </a:moveTo>
                  <a:lnTo>
                    <a:pt x="1778728" y="646877"/>
                  </a:lnTo>
                  <a:lnTo>
                    <a:pt x="1777349" y="640477"/>
                  </a:lnTo>
                  <a:lnTo>
                    <a:pt x="1782568" y="647467"/>
                  </a:lnTo>
                  <a:close/>
                </a:path>
                <a:path w="2470784" h="4259580">
                  <a:moveTo>
                    <a:pt x="1965414" y="661941"/>
                  </a:moveTo>
                  <a:lnTo>
                    <a:pt x="1962657" y="657117"/>
                  </a:lnTo>
                  <a:lnTo>
                    <a:pt x="1968761" y="654753"/>
                  </a:lnTo>
                  <a:lnTo>
                    <a:pt x="1970238" y="659184"/>
                  </a:lnTo>
                  <a:lnTo>
                    <a:pt x="1965414" y="661941"/>
                  </a:lnTo>
                  <a:close/>
                </a:path>
                <a:path w="2470784" h="4259580">
                  <a:moveTo>
                    <a:pt x="1784044" y="427890"/>
                  </a:moveTo>
                  <a:lnTo>
                    <a:pt x="1784930" y="418437"/>
                  </a:lnTo>
                  <a:lnTo>
                    <a:pt x="1789756" y="417453"/>
                  </a:lnTo>
                  <a:lnTo>
                    <a:pt x="1793595" y="425034"/>
                  </a:lnTo>
                  <a:lnTo>
                    <a:pt x="1784044" y="427890"/>
                  </a:lnTo>
                  <a:close/>
                </a:path>
                <a:path w="2470784" h="4259580">
                  <a:moveTo>
                    <a:pt x="1764056" y="378489"/>
                  </a:moveTo>
                  <a:lnTo>
                    <a:pt x="1763681" y="370451"/>
                  </a:lnTo>
                  <a:lnTo>
                    <a:pt x="1763564" y="367953"/>
                  </a:lnTo>
                  <a:lnTo>
                    <a:pt x="1770318" y="367953"/>
                  </a:lnTo>
                  <a:lnTo>
                    <a:pt x="1764056" y="378489"/>
                  </a:lnTo>
                  <a:close/>
                </a:path>
                <a:path w="2470784" h="4259580">
                  <a:moveTo>
                    <a:pt x="1788218" y="385872"/>
                  </a:moveTo>
                  <a:lnTo>
                    <a:pt x="1776169" y="385872"/>
                  </a:lnTo>
                  <a:lnTo>
                    <a:pt x="1774744" y="383351"/>
                  </a:lnTo>
                  <a:lnTo>
                    <a:pt x="1786902" y="368640"/>
                  </a:lnTo>
                  <a:lnTo>
                    <a:pt x="1791924" y="369231"/>
                  </a:lnTo>
                  <a:lnTo>
                    <a:pt x="1796847" y="376222"/>
                  </a:lnTo>
                  <a:lnTo>
                    <a:pt x="1788477" y="382425"/>
                  </a:lnTo>
                  <a:lnTo>
                    <a:pt x="1788218" y="385872"/>
                  </a:lnTo>
                  <a:close/>
                </a:path>
                <a:path w="2470784" h="4259580">
                  <a:moveTo>
                    <a:pt x="1757265" y="415510"/>
                  </a:moveTo>
                  <a:lnTo>
                    <a:pt x="1767209" y="392469"/>
                  </a:lnTo>
                  <a:lnTo>
                    <a:pt x="1774744" y="383351"/>
                  </a:lnTo>
                  <a:lnTo>
                    <a:pt x="1776169" y="385872"/>
                  </a:lnTo>
                  <a:lnTo>
                    <a:pt x="1788218" y="385872"/>
                  </a:lnTo>
                  <a:lnTo>
                    <a:pt x="1786712" y="405860"/>
                  </a:lnTo>
                  <a:lnTo>
                    <a:pt x="1777450" y="405860"/>
                  </a:lnTo>
                  <a:lnTo>
                    <a:pt x="1757265" y="415510"/>
                  </a:lnTo>
                  <a:close/>
                </a:path>
                <a:path w="2470784" h="4259580">
                  <a:moveTo>
                    <a:pt x="1786311" y="411177"/>
                  </a:moveTo>
                  <a:lnTo>
                    <a:pt x="1777450" y="405860"/>
                  </a:lnTo>
                  <a:lnTo>
                    <a:pt x="1786712" y="405860"/>
                  </a:lnTo>
                  <a:lnTo>
                    <a:pt x="1786311" y="411177"/>
                  </a:lnTo>
                  <a:close/>
                </a:path>
                <a:path w="2470784" h="4259580">
                  <a:moveTo>
                    <a:pt x="1819823" y="427621"/>
                  </a:moveTo>
                  <a:lnTo>
                    <a:pt x="1819403" y="427221"/>
                  </a:lnTo>
                  <a:lnTo>
                    <a:pt x="1819483" y="422770"/>
                  </a:lnTo>
                  <a:lnTo>
                    <a:pt x="1819575" y="417676"/>
                  </a:lnTo>
                  <a:lnTo>
                    <a:pt x="1819627" y="416665"/>
                  </a:lnTo>
                  <a:lnTo>
                    <a:pt x="1820872" y="414366"/>
                  </a:lnTo>
                  <a:lnTo>
                    <a:pt x="1828552" y="415055"/>
                  </a:lnTo>
                  <a:lnTo>
                    <a:pt x="1829133" y="424936"/>
                  </a:lnTo>
                  <a:lnTo>
                    <a:pt x="1829241" y="426773"/>
                  </a:lnTo>
                  <a:lnTo>
                    <a:pt x="1819823" y="427621"/>
                  </a:lnTo>
                  <a:close/>
                </a:path>
                <a:path w="2470784" h="4259580">
                  <a:moveTo>
                    <a:pt x="1799111" y="445542"/>
                  </a:moveTo>
                  <a:lnTo>
                    <a:pt x="1794187" y="439535"/>
                  </a:lnTo>
                  <a:lnTo>
                    <a:pt x="1800489" y="431757"/>
                  </a:lnTo>
                  <a:lnTo>
                    <a:pt x="1805117" y="417676"/>
                  </a:lnTo>
                  <a:lnTo>
                    <a:pt x="1815258" y="414722"/>
                  </a:lnTo>
                  <a:lnTo>
                    <a:pt x="1817026" y="424936"/>
                  </a:lnTo>
                  <a:lnTo>
                    <a:pt x="1819403" y="427221"/>
                  </a:lnTo>
                  <a:lnTo>
                    <a:pt x="1819396" y="427621"/>
                  </a:lnTo>
                  <a:lnTo>
                    <a:pt x="1819823" y="427621"/>
                  </a:lnTo>
                  <a:lnTo>
                    <a:pt x="1825204" y="432741"/>
                  </a:lnTo>
                  <a:lnTo>
                    <a:pt x="1823530" y="440323"/>
                  </a:lnTo>
                  <a:lnTo>
                    <a:pt x="1809942" y="442982"/>
                  </a:lnTo>
                  <a:lnTo>
                    <a:pt x="1799111" y="445542"/>
                  </a:lnTo>
                  <a:close/>
                </a:path>
                <a:path w="2470784" h="4259580">
                  <a:moveTo>
                    <a:pt x="1819823" y="427621"/>
                  </a:moveTo>
                  <a:lnTo>
                    <a:pt x="1819396" y="427621"/>
                  </a:lnTo>
                  <a:lnTo>
                    <a:pt x="1819403" y="427221"/>
                  </a:lnTo>
                  <a:lnTo>
                    <a:pt x="1819823" y="427621"/>
                  </a:lnTo>
                  <a:close/>
                </a:path>
                <a:path w="2470784" h="4259580">
                  <a:moveTo>
                    <a:pt x="1788180" y="483818"/>
                  </a:moveTo>
                  <a:lnTo>
                    <a:pt x="1786900" y="478402"/>
                  </a:lnTo>
                  <a:lnTo>
                    <a:pt x="1792315" y="477122"/>
                  </a:lnTo>
                  <a:lnTo>
                    <a:pt x="1793595" y="482538"/>
                  </a:lnTo>
                  <a:lnTo>
                    <a:pt x="1788180" y="483818"/>
                  </a:lnTo>
                  <a:close/>
                </a:path>
                <a:path w="2470784" h="4259580">
                  <a:moveTo>
                    <a:pt x="1810629" y="578246"/>
                  </a:moveTo>
                  <a:lnTo>
                    <a:pt x="1801177" y="570665"/>
                  </a:lnTo>
                  <a:lnTo>
                    <a:pt x="1794285" y="568892"/>
                  </a:lnTo>
                  <a:lnTo>
                    <a:pt x="1796746" y="555008"/>
                  </a:lnTo>
                  <a:lnTo>
                    <a:pt x="1813386" y="569286"/>
                  </a:lnTo>
                  <a:lnTo>
                    <a:pt x="1810629" y="578246"/>
                  </a:lnTo>
                  <a:close/>
                </a:path>
                <a:path w="2470784" h="4259580">
                  <a:moveTo>
                    <a:pt x="1815257" y="560621"/>
                  </a:moveTo>
                  <a:lnTo>
                    <a:pt x="1804131" y="557864"/>
                  </a:lnTo>
                  <a:lnTo>
                    <a:pt x="1815553" y="557864"/>
                  </a:lnTo>
                  <a:lnTo>
                    <a:pt x="1815257" y="560621"/>
                  </a:lnTo>
                  <a:close/>
                </a:path>
                <a:path w="2470784" h="4259580">
                  <a:moveTo>
                    <a:pt x="1799503" y="506564"/>
                  </a:moveTo>
                  <a:lnTo>
                    <a:pt x="1793103" y="506564"/>
                  </a:lnTo>
                  <a:lnTo>
                    <a:pt x="1794383" y="504397"/>
                  </a:lnTo>
                  <a:lnTo>
                    <a:pt x="1799503" y="506564"/>
                  </a:lnTo>
                  <a:close/>
                </a:path>
                <a:path w="2470784" h="4259580">
                  <a:moveTo>
                    <a:pt x="1700154" y="404849"/>
                  </a:moveTo>
                  <a:lnTo>
                    <a:pt x="1693361" y="400812"/>
                  </a:lnTo>
                  <a:lnTo>
                    <a:pt x="1698874" y="399532"/>
                  </a:lnTo>
                  <a:lnTo>
                    <a:pt x="1700154" y="404849"/>
                  </a:lnTo>
                  <a:close/>
                </a:path>
                <a:path w="2470784" h="4259580">
                  <a:moveTo>
                    <a:pt x="1711773" y="431927"/>
                  </a:moveTo>
                  <a:lnTo>
                    <a:pt x="1708130" y="428579"/>
                  </a:lnTo>
                  <a:lnTo>
                    <a:pt x="1707440" y="421194"/>
                  </a:lnTo>
                  <a:lnTo>
                    <a:pt x="1719256" y="422770"/>
                  </a:lnTo>
                  <a:lnTo>
                    <a:pt x="1721619" y="423262"/>
                  </a:lnTo>
                  <a:lnTo>
                    <a:pt x="1711773" y="431927"/>
                  </a:lnTo>
                  <a:close/>
                </a:path>
                <a:path w="2470784" h="4259580">
                  <a:moveTo>
                    <a:pt x="1709607" y="442955"/>
                  </a:moveTo>
                  <a:lnTo>
                    <a:pt x="1704585" y="436456"/>
                  </a:lnTo>
                  <a:lnTo>
                    <a:pt x="1709804" y="435275"/>
                  </a:lnTo>
                  <a:lnTo>
                    <a:pt x="1709607" y="442955"/>
                  </a:lnTo>
                  <a:close/>
                </a:path>
                <a:path w="2470784" h="4259580">
                  <a:moveTo>
                    <a:pt x="1722210" y="424641"/>
                  </a:moveTo>
                  <a:lnTo>
                    <a:pt x="1728709" y="421391"/>
                  </a:lnTo>
                  <a:lnTo>
                    <a:pt x="1729989" y="423557"/>
                  </a:lnTo>
                  <a:lnTo>
                    <a:pt x="1722210" y="424641"/>
                  </a:lnTo>
                  <a:close/>
                </a:path>
                <a:path w="2470784" h="4259580">
                  <a:moveTo>
                    <a:pt x="1718863" y="457528"/>
                  </a:moveTo>
                  <a:lnTo>
                    <a:pt x="1715121" y="446598"/>
                  </a:lnTo>
                  <a:lnTo>
                    <a:pt x="1724573" y="445220"/>
                  </a:lnTo>
                  <a:lnTo>
                    <a:pt x="1718863" y="457528"/>
                  </a:lnTo>
                  <a:close/>
                </a:path>
                <a:path w="2470784" h="4259580">
                  <a:moveTo>
                    <a:pt x="1748204" y="473578"/>
                  </a:moveTo>
                  <a:lnTo>
                    <a:pt x="1739540" y="467768"/>
                  </a:lnTo>
                  <a:lnTo>
                    <a:pt x="1747712" y="460088"/>
                  </a:lnTo>
                  <a:lnTo>
                    <a:pt x="1748204" y="473578"/>
                  </a:lnTo>
                  <a:close/>
                </a:path>
                <a:path w="2470784" h="4259580">
                  <a:moveTo>
                    <a:pt x="1754506" y="530589"/>
                  </a:moveTo>
                  <a:lnTo>
                    <a:pt x="1747318" y="521432"/>
                  </a:lnTo>
                  <a:lnTo>
                    <a:pt x="1757854" y="518183"/>
                  </a:lnTo>
                  <a:lnTo>
                    <a:pt x="1754506" y="530589"/>
                  </a:lnTo>
                  <a:close/>
                </a:path>
                <a:path w="2470784" h="4259580">
                  <a:moveTo>
                    <a:pt x="1762186" y="616451"/>
                  </a:moveTo>
                  <a:lnTo>
                    <a:pt x="1759823" y="610445"/>
                  </a:lnTo>
                  <a:lnTo>
                    <a:pt x="1766912" y="613792"/>
                  </a:lnTo>
                  <a:lnTo>
                    <a:pt x="1762186" y="616451"/>
                  </a:lnTo>
                  <a:close/>
                </a:path>
                <a:path w="2470784" h="4259580">
                  <a:moveTo>
                    <a:pt x="1741115" y="505677"/>
                  </a:moveTo>
                  <a:lnTo>
                    <a:pt x="1730383" y="497308"/>
                  </a:lnTo>
                  <a:lnTo>
                    <a:pt x="1736093" y="492877"/>
                  </a:lnTo>
                  <a:lnTo>
                    <a:pt x="1743282" y="496520"/>
                  </a:lnTo>
                  <a:lnTo>
                    <a:pt x="1741115" y="505677"/>
                  </a:lnTo>
                  <a:close/>
                </a:path>
                <a:path w="2470784" h="4259580">
                  <a:moveTo>
                    <a:pt x="1903874" y="694042"/>
                  </a:moveTo>
                  <a:lnTo>
                    <a:pt x="1911554" y="681832"/>
                  </a:lnTo>
                  <a:lnTo>
                    <a:pt x="1914508" y="689512"/>
                  </a:lnTo>
                  <a:lnTo>
                    <a:pt x="1903874" y="694042"/>
                  </a:lnTo>
                  <a:close/>
                </a:path>
                <a:path w="2470784" h="4259580">
                  <a:moveTo>
                    <a:pt x="1927013" y="677598"/>
                  </a:moveTo>
                  <a:lnTo>
                    <a:pt x="1917560" y="672872"/>
                  </a:lnTo>
                  <a:lnTo>
                    <a:pt x="1924748" y="664305"/>
                  </a:lnTo>
                  <a:lnTo>
                    <a:pt x="1930065" y="667948"/>
                  </a:lnTo>
                  <a:lnTo>
                    <a:pt x="1927013" y="677598"/>
                  </a:lnTo>
                  <a:close/>
                </a:path>
                <a:path w="2470784" h="4259580">
                  <a:moveTo>
                    <a:pt x="1948872" y="624131"/>
                  </a:moveTo>
                  <a:lnTo>
                    <a:pt x="1938238" y="616353"/>
                  </a:lnTo>
                  <a:lnTo>
                    <a:pt x="1949856" y="613792"/>
                  </a:lnTo>
                  <a:lnTo>
                    <a:pt x="1954681" y="619011"/>
                  </a:lnTo>
                  <a:lnTo>
                    <a:pt x="1948872" y="624131"/>
                  </a:lnTo>
                  <a:close/>
                </a:path>
                <a:path w="2470784" h="4259580">
                  <a:moveTo>
                    <a:pt x="1960393" y="628823"/>
                  </a:moveTo>
                  <a:lnTo>
                    <a:pt x="1954288" y="621930"/>
                  </a:lnTo>
                  <a:lnTo>
                    <a:pt x="1960983" y="616712"/>
                  </a:lnTo>
                  <a:lnTo>
                    <a:pt x="1965808" y="623703"/>
                  </a:lnTo>
                  <a:lnTo>
                    <a:pt x="1960393" y="628823"/>
                  </a:lnTo>
                  <a:close/>
                </a:path>
                <a:path w="2470784" h="4259580">
                  <a:moveTo>
                    <a:pt x="1946508" y="605817"/>
                  </a:moveTo>
                  <a:lnTo>
                    <a:pt x="1949463" y="598038"/>
                  </a:lnTo>
                  <a:lnTo>
                    <a:pt x="1951628" y="601090"/>
                  </a:lnTo>
                  <a:lnTo>
                    <a:pt x="1946508" y="605817"/>
                  </a:lnTo>
                  <a:close/>
                </a:path>
                <a:path w="2470784" h="4259580">
                  <a:moveTo>
                    <a:pt x="1863012" y="623737"/>
                  </a:moveTo>
                  <a:lnTo>
                    <a:pt x="1862914" y="619405"/>
                  </a:lnTo>
                  <a:lnTo>
                    <a:pt x="1867935" y="620784"/>
                  </a:lnTo>
                  <a:lnTo>
                    <a:pt x="1863012" y="623737"/>
                  </a:lnTo>
                  <a:close/>
                </a:path>
                <a:path w="2470784" h="4259580">
                  <a:moveTo>
                    <a:pt x="1830027" y="647172"/>
                  </a:moveTo>
                  <a:lnTo>
                    <a:pt x="1829239" y="641855"/>
                  </a:lnTo>
                  <a:lnTo>
                    <a:pt x="1832981" y="644907"/>
                  </a:lnTo>
                  <a:lnTo>
                    <a:pt x="1830027" y="647172"/>
                  </a:lnTo>
                  <a:close/>
                </a:path>
                <a:path w="2470784" h="4259580">
                  <a:moveTo>
                    <a:pt x="1832488" y="603552"/>
                  </a:moveTo>
                  <a:lnTo>
                    <a:pt x="1830421" y="599909"/>
                  </a:lnTo>
                  <a:lnTo>
                    <a:pt x="1835245" y="594887"/>
                  </a:lnTo>
                  <a:lnTo>
                    <a:pt x="1832488" y="603552"/>
                  </a:lnTo>
                  <a:close/>
                </a:path>
                <a:path w="2470784" h="4259580">
                  <a:moveTo>
                    <a:pt x="1880342" y="615072"/>
                  </a:moveTo>
                  <a:lnTo>
                    <a:pt x="1868920" y="614580"/>
                  </a:lnTo>
                  <a:lnTo>
                    <a:pt x="1869905" y="606112"/>
                  </a:lnTo>
                  <a:lnTo>
                    <a:pt x="1864292" y="599515"/>
                  </a:lnTo>
                  <a:lnTo>
                    <a:pt x="1870889" y="592327"/>
                  </a:lnTo>
                  <a:lnTo>
                    <a:pt x="1876009" y="603650"/>
                  </a:lnTo>
                  <a:lnTo>
                    <a:pt x="1880046" y="605620"/>
                  </a:lnTo>
                  <a:lnTo>
                    <a:pt x="1880327" y="614580"/>
                  </a:lnTo>
                  <a:lnTo>
                    <a:pt x="1880342" y="615072"/>
                  </a:lnTo>
                  <a:close/>
                </a:path>
                <a:path w="2470784" h="4259580">
                  <a:moveTo>
                    <a:pt x="1869807" y="654262"/>
                  </a:moveTo>
                  <a:lnTo>
                    <a:pt x="1854643" y="653277"/>
                  </a:lnTo>
                  <a:lnTo>
                    <a:pt x="1859861" y="649929"/>
                  </a:lnTo>
                  <a:lnTo>
                    <a:pt x="1862619" y="647861"/>
                  </a:lnTo>
                  <a:lnTo>
                    <a:pt x="1869807" y="654262"/>
                  </a:lnTo>
                  <a:close/>
                </a:path>
                <a:path w="2470784" h="4259580">
                  <a:moveTo>
                    <a:pt x="1830027" y="695814"/>
                  </a:moveTo>
                  <a:lnTo>
                    <a:pt x="1831898" y="692368"/>
                  </a:lnTo>
                  <a:lnTo>
                    <a:pt x="1838397" y="693254"/>
                  </a:lnTo>
                  <a:lnTo>
                    <a:pt x="1830027" y="695814"/>
                  </a:lnTo>
                  <a:close/>
                </a:path>
                <a:path w="2470784" h="4259580">
                  <a:moveTo>
                    <a:pt x="1294292" y="59354"/>
                  </a:moveTo>
                  <a:lnTo>
                    <a:pt x="1282082" y="57316"/>
                  </a:lnTo>
                  <a:lnTo>
                    <a:pt x="1288679" y="51241"/>
                  </a:lnTo>
                  <a:lnTo>
                    <a:pt x="1294292" y="59354"/>
                  </a:lnTo>
                  <a:close/>
                </a:path>
                <a:path w="2470784" h="4259580">
                  <a:moveTo>
                    <a:pt x="1255596" y="91326"/>
                  </a:moveTo>
                  <a:lnTo>
                    <a:pt x="1250771" y="82631"/>
                  </a:lnTo>
                  <a:lnTo>
                    <a:pt x="1255694" y="77048"/>
                  </a:lnTo>
                  <a:lnTo>
                    <a:pt x="1255596" y="91326"/>
                  </a:lnTo>
                  <a:close/>
                </a:path>
                <a:path w="2470784" h="4259580">
                  <a:moveTo>
                    <a:pt x="1301676" y="69171"/>
                  </a:moveTo>
                  <a:lnTo>
                    <a:pt x="1299412" y="67399"/>
                  </a:lnTo>
                  <a:lnTo>
                    <a:pt x="1307289" y="52816"/>
                  </a:lnTo>
                  <a:lnTo>
                    <a:pt x="1311031" y="58547"/>
                  </a:lnTo>
                  <a:lnTo>
                    <a:pt x="1301676" y="69171"/>
                  </a:lnTo>
                  <a:close/>
                </a:path>
                <a:path w="2470784" h="4259580">
                  <a:moveTo>
                    <a:pt x="1302070" y="297256"/>
                  </a:moveTo>
                  <a:lnTo>
                    <a:pt x="1305910" y="289408"/>
                  </a:lnTo>
                  <a:lnTo>
                    <a:pt x="1304434" y="296331"/>
                  </a:lnTo>
                  <a:lnTo>
                    <a:pt x="1302070" y="297256"/>
                  </a:lnTo>
                  <a:close/>
                </a:path>
                <a:path w="2470784" h="4259580">
                  <a:moveTo>
                    <a:pt x="1312507" y="159444"/>
                  </a:moveTo>
                  <a:lnTo>
                    <a:pt x="1307595" y="156323"/>
                  </a:lnTo>
                  <a:lnTo>
                    <a:pt x="1313886" y="156323"/>
                  </a:lnTo>
                  <a:lnTo>
                    <a:pt x="1312507" y="159444"/>
                  </a:lnTo>
                  <a:close/>
                </a:path>
                <a:path w="2470784" h="4259580">
                  <a:moveTo>
                    <a:pt x="1285430" y="286789"/>
                  </a:moveTo>
                  <a:lnTo>
                    <a:pt x="1282969" y="283402"/>
                  </a:lnTo>
                  <a:lnTo>
                    <a:pt x="1287892" y="281945"/>
                  </a:lnTo>
                  <a:lnTo>
                    <a:pt x="1285430" y="286789"/>
                  </a:lnTo>
                  <a:close/>
                </a:path>
                <a:path w="2470784" h="4259580">
                  <a:moveTo>
                    <a:pt x="1277356" y="83055"/>
                  </a:moveTo>
                  <a:lnTo>
                    <a:pt x="1273024" y="76477"/>
                  </a:lnTo>
                  <a:lnTo>
                    <a:pt x="1284446" y="70363"/>
                  </a:lnTo>
                  <a:lnTo>
                    <a:pt x="1283067" y="81588"/>
                  </a:lnTo>
                  <a:lnTo>
                    <a:pt x="1277356" y="83055"/>
                  </a:lnTo>
                  <a:close/>
                </a:path>
                <a:path w="2470784" h="4259580">
                  <a:moveTo>
                    <a:pt x="1280999" y="20470"/>
                  </a:moveTo>
                  <a:lnTo>
                    <a:pt x="1277947" y="12317"/>
                  </a:lnTo>
                  <a:lnTo>
                    <a:pt x="1287596" y="11431"/>
                  </a:lnTo>
                  <a:lnTo>
                    <a:pt x="1280999" y="20470"/>
                  </a:lnTo>
                  <a:close/>
                </a:path>
                <a:path w="2470784" h="4259580">
                  <a:moveTo>
                    <a:pt x="1254119" y="13627"/>
                  </a:moveTo>
                  <a:lnTo>
                    <a:pt x="1249787" y="12514"/>
                  </a:lnTo>
                  <a:lnTo>
                    <a:pt x="1256975" y="2816"/>
                  </a:lnTo>
                  <a:lnTo>
                    <a:pt x="1254119" y="13627"/>
                  </a:lnTo>
                  <a:close/>
                </a:path>
                <a:path w="2470784" h="4259580">
                  <a:moveTo>
                    <a:pt x="1268002" y="47932"/>
                  </a:moveTo>
                  <a:lnTo>
                    <a:pt x="1258845" y="45323"/>
                  </a:lnTo>
                  <a:lnTo>
                    <a:pt x="1258845" y="40400"/>
                  </a:lnTo>
                  <a:lnTo>
                    <a:pt x="1267018" y="37978"/>
                  </a:lnTo>
                  <a:lnTo>
                    <a:pt x="1268002" y="47932"/>
                  </a:lnTo>
                  <a:close/>
                </a:path>
                <a:path w="2470784" h="4259580">
                  <a:moveTo>
                    <a:pt x="1265048" y="99971"/>
                  </a:moveTo>
                  <a:lnTo>
                    <a:pt x="1266624" y="90321"/>
                  </a:lnTo>
                  <a:lnTo>
                    <a:pt x="1281984" y="92242"/>
                  </a:lnTo>
                  <a:lnTo>
                    <a:pt x="1265048" y="99971"/>
                  </a:lnTo>
                  <a:close/>
                </a:path>
                <a:path w="2470784" h="4259580">
                  <a:moveTo>
                    <a:pt x="1264556" y="359476"/>
                  </a:moveTo>
                  <a:lnTo>
                    <a:pt x="1261011" y="358492"/>
                  </a:lnTo>
                  <a:lnTo>
                    <a:pt x="1264753" y="354652"/>
                  </a:lnTo>
                  <a:lnTo>
                    <a:pt x="1264596" y="358492"/>
                  </a:lnTo>
                  <a:lnTo>
                    <a:pt x="1264556" y="359476"/>
                  </a:lnTo>
                  <a:close/>
                </a:path>
                <a:path w="2470784" h="4259580">
                  <a:moveTo>
                    <a:pt x="1269677" y="158519"/>
                  </a:moveTo>
                  <a:lnTo>
                    <a:pt x="1270070" y="145443"/>
                  </a:lnTo>
                  <a:lnTo>
                    <a:pt x="1278341" y="155860"/>
                  </a:lnTo>
                  <a:lnTo>
                    <a:pt x="1269677" y="158519"/>
                  </a:lnTo>
                  <a:close/>
                </a:path>
                <a:path w="2470784" h="4259580">
                  <a:moveTo>
                    <a:pt x="1311211" y="139397"/>
                  </a:moveTo>
                  <a:lnTo>
                    <a:pt x="1304729" y="139397"/>
                  </a:lnTo>
                  <a:lnTo>
                    <a:pt x="1310440" y="134011"/>
                  </a:lnTo>
                  <a:lnTo>
                    <a:pt x="1311211" y="139397"/>
                  </a:lnTo>
                  <a:close/>
                </a:path>
                <a:path w="2470784" h="4259580">
                  <a:moveTo>
                    <a:pt x="1346083" y="202867"/>
                  </a:moveTo>
                  <a:lnTo>
                    <a:pt x="1349786" y="202483"/>
                  </a:lnTo>
                  <a:lnTo>
                    <a:pt x="1351794" y="202483"/>
                  </a:lnTo>
                  <a:lnTo>
                    <a:pt x="1346083" y="202867"/>
                  </a:lnTo>
                  <a:close/>
                </a:path>
                <a:path w="2470784" h="4259580">
                  <a:moveTo>
                    <a:pt x="1298821" y="99134"/>
                  </a:moveTo>
                  <a:lnTo>
                    <a:pt x="1291929" y="93088"/>
                  </a:lnTo>
                  <a:lnTo>
                    <a:pt x="1304040" y="87663"/>
                  </a:lnTo>
                  <a:lnTo>
                    <a:pt x="1306108" y="91631"/>
                  </a:lnTo>
                  <a:lnTo>
                    <a:pt x="1298821" y="99134"/>
                  </a:lnTo>
                  <a:close/>
                </a:path>
                <a:path w="2470784" h="4259580">
                  <a:moveTo>
                    <a:pt x="1355930" y="57779"/>
                  </a:moveTo>
                  <a:lnTo>
                    <a:pt x="1351597" y="49015"/>
                  </a:lnTo>
                  <a:lnTo>
                    <a:pt x="1358785" y="43777"/>
                  </a:lnTo>
                  <a:lnTo>
                    <a:pt x="1355930" y="57779"/>
                  </a:lnTo>
                  <a:close/>
                </a:path>
                <a:path w="2470784" h="4259580">
                  <a:moveTo>
                    <a:pt x="1350120" y="157091"/>
                  </a:moveTo>
                  <a:lnTo>
                    <a:pt x="1334563" y="154826"/>
                  </a:lnTo>
                  <a:lnTo>
                    <a:pt x="1339979" y="145019"/>
                  </a:lnTo>
                  <a:lnTo>
                    <a:pt x="1353763" y="147786"/>
                  </a:lnTo>
                  <a:lnTo>
                    <a:pt x="1350120" y="157091"/>
                  </a:lnTo>
                  <a:close/>
                </a:path>
                <a:path w="2470784" h="4259580">
                  <a:moveTo>
                    <a:pt x="1344607" y="106667"/>
                  </a:moveTo>
                  <a:lnTo>
                    <a:pt x="1344213" y="98937"/>
                  </a:lnTo>
                  <a:lnTo>
                    <a:pt x="1356028" y="101744"/>
                  </a:lnTo>
                  <a:lnTo>
                    <a:pt x="1353370" y="105859"/>
                  </a:lnTo>
                  <a:lnTo>
                    <a:pt x="1344607" y="106667"/>
                  </a:lnTo>
                  <a:close/>
                </a:path>
                <a:path w="2470784" h="4259580">
                  <a:moveTo>
                    <a:pt x="1349333" y="80702"/>
                  </a:moveTo>
                  <a:lnTo>
                    <a:pt x="1346084" y="79087"/>
                  </a:lnTo>
                  <a:lnTo>
                    <a:pt x="1346182" y="70894"/>
                  </a:lnTo>
                  <a:lnTo>
                    <a:pt x="1356028" y="68748"/>
                  </a:lnTo>
                  <a:lnTo>
                    <a:pt x="1349333" y="80702"/>
                  </a:lnTo>
                  <a:close/>
                </a:path>
                <a:path w="2470784" h="4259580">
                  <a:moveTo>
                    <a:pt x="1332200" y="43777"/>
                  </a:moveTo>
                  <a:lnTo>
                    <a:pt x="1328459" y="38785"/>
                  </a:lnTo>
                  <a:lnTo>
                    <a:pt x="1341259" y="33241"/>
                  </a:lnTo>
                  <a:lnTo>
                    <a:pt x="1341850" y="41050"/>
                  </a:lnTo>
                  <a:lnTo>
                    <a:pt x="1332200" y="43777"/>
                  </a:lnTo>
                  <a:close/>
                </a:path>
                <a:path w="2470784" h="4259580">
                  <a:moveTo>
                    <a:pt x="1327868" y="125129"/>
                  </a:moveTo>
                  <a:lnTo>
                    <a:pt x="1328360" y="117360"/>
                  </a:lnTo>
                  <a:lnTo>
                    <a:pt x="1331905" y="122904"/>
                  </a:lnTo>
                  <a:lnTo>
                    <a:pt x="1327868" y="125129"/>
                  </a:lnTo>
                  <a:close/>
                </a:path>
                <a:path w="2470784" h="4259580">
                  <a:moveTo>
                    <a:pt x="1318514" y="184130"/>
                  </a:moveTo>
                  <a:lnTo>
                    <a:pt x="1314871" y="175248"/>
                  </a:lnTo>
                  <a:lnTo>
                    <a:pt x="1328164" y="177867"/>
                  </a:lnTo>
                  <a:lnTo>
                    <a:pt x="1318514" y="184130"/>
                  </a:lnTo>
                  <a:close/>
                </a:path>
                <a:path w="2470784" h="4259580">
                  <a:moveTo>
                    <a:pt x="1325800" y="117242"/>
                  </a:moveTo>
                  <a:lnTo>
                    <a:pt x="1320385" y="113323"/>
                  </a:lnTo>
                  <a:lnTo>
                    <a:pt x="1331314" y="108321"/>
                  </a:lnTo>
                  <a:lnTo>
                    <a:pt x="1325800" y="117242"/>
                  </a:lnTo>
                  <a:close/>
                </a:path>
                <a:path w="2470784" h="4259580">
                  <a:moveTo>
                    <a:pt x="1293701" y="284830"/>
                  </a:moveTo>
                  <a:lnTo>
                    <a:pt x="1294588" y="278794"/>
                  </a:lnTo>
                  <a:lnTo>
                    <a:pt x="1295474" y="282752"/>
                  </a:lnTo>
                  <a:lnTo>
                    <a:pt x="1293701" y="284830"/>
                  </a:lnTo>
                  <a:close/>
                </a:path>
                <a:path w="2470784" h="4259580">
                  <a:moveTo>
                    <a:pt x="1300397" y="45284"/>
                  </a:moveTo>
                  <a:lnTo>
                    <a:pt x="1302859" y="35240"/>
                  </a:lnTo>
                  <a:lnTo>
                    <a:pt x="1314280" y="36284"/>
                  </a:lnTo>
                  <a:lnTo>
                    <a:pt x="1300397" y="45284"/>
                  </a:lnTo>
                  <a:close/>
                </a:path>
                <a:path w="2470784" h="4259580">
                  <a:moveTo>
                    <a:pt x="1311228" y="17704"/>
                  </a:moveTo>
                  <a:lnTo>
                    <a:pt x="1307880" y="17201"/>
                  </a:lnTo>
                  <a:lnTo>
                    <a:pt x="1311819" y="15468"/>
                  </a:lnTo>
                  <a:lnTo>
                    <a:pt x="1311228" y="17704"/>
                  </a:lnTo>
                  <a:close/>
                </a:path>
                <a:path w="2470784" h="4259580">
                  <a:moveTo>
                    <a:pt x="1322846" y="81095"/>
                  </a:moveTo>
                  <a:lnTo>
                    <a:pt x="1324619" y="71357"/>
                  </a:lnTo>
                  <a:lnTo>
                    <a:pt x="1332299" y="78053"/>
                  </a:lnTo>
                  <a:lnTo>
                    <a:pt x="1322846" y="81095"/>
                  </a:lnTo>
                  <a:close/>
                </a:path>
                <a:path w="2470784" h="4259580">
                  <a:moveTo>
                    <a:pt x="1326785" y="53742"/>
                  </a:moveTo>
                  <a:lnTo>
                    <a:pt x="1325308" y="50246"/>
                  </a:lnTo>
                  <a:lnTo>
                    <a:pt x="1336040" y="45431"/>
                  </a:lnTo>
                  <a:lnTo>
                    <a:pt x="1326785" y="53742"/>
                  </a:lnTo>
                  <a:close/>
                </a:path>
                <a:path w="2470784" h="4259580">
                  <a:moveTo>
                    <a:pt x="1320089" y="202168"/>
                  </a:moveTo>
                  <a:lnTo>
                    <a:pt x="1320089" y="188560"/>
                  </a:lnTo>
                  <a:lnTo>
                    <a:pt x="1327179" y="190362"/>
                  </a:lnTo>
                  <a:lnTo>
                    <a:pt x="1325702" y="201863"/>
                  </a:lnTo>
                  <a:lnTo>
                    <a:pt x="1320089" y="202168"/>
                  </a:lnTo>
                  <a:close/>
                </a:path>
                <a:path w="2470784" h="4259580">
                  <a:moveTo>
                    <a:pt x="1102585" y="94890"/>
                  </a:moveTo>
                  <a:lnTo>
                    <a:pt x="1107213" y="88579"/>
                  </a:lnTo>
                  <a:lnTo>
                    <a:pt x="1108001" y="94083"/>
                  </a:lnTo>
                  <a:lnTo>
                    <a:pt x="1102585" y="94890"/>
                  </a:lnTo>
                  <a:close/>
                </a:path>
                <a:path w="2470784" h="4259580">
                  <a:moveTo>
                    <a:pt x="1123164" y="79500"/>
                  </a:moveTo>
                  <a:lnTo>
                    <a:pt x="1120998" y="75581"/>
                  </a:lnTo>
                  <a:lnTo>
                    <a:pt x="1128776" y="76123"/>
                  </a:lnTo>
                  <a:lnTo>
                    <a:pt x="1123164" y="79500"/>
                  </a:lnTo>
                  <a:close/>
                </a:path>
                <a:path w="2470784" h="4259580">
                  <a:moveTo>
                    <a:pt x="1149620" y="76428"/>
                  </a:moveTo>
                  <a:lnTo>
                    <a:pt x="1147287" y="76428"/>
                  </a:lnTo>
                  <a:lnTo>
                    <a:pt x="1151029" y="72539"/>
                  </a:lnTo>
                  <a:lnTo>
                    <a:pt x="1149620" y="76428"/>
                  </a:lnTo>
                  <a:close/>
                </a:path>
                <a:path w="2470784" h="4259580">
                  <a:moveTo>
                    <a:pt x="1123558" y="8349"/>
                  </a:moveTo>
                  <a:lnTo>
                    <a:pt x="1122081" y="4805"/>
                  </a:lnTo>
                  <a:lnTo>
                    <a:pt x="1132715" y="0"/>
                  </a:lnTo>
                  <a:lnTo>
                    <a:pt x="1123558" y="8349"/>
                  </a:lnTo>
                  <a:close/>
                </a:path>
                <a:path w="2470784" h="4259580">
                  <a:moveTo>
                    <a:pt x="1145515" y="157160"/>
                  </a:moveTo>
                  <a:lnTo>
                    <a:pt x="1143251" y="157160"/>
                  </a:lnTo>
                  <a:lnTo>
                    <a:pt x="1147682" y="153733"/>
                  </a:lnTo>
                  <a:lnTo>
                    <a:pt x="1145515" y="157160"/>
                  </a:lnTo>
                  <a:close/>
                </a:path>
                <a:path w="2470784" h="4259580">
                  <a:moveTo>
                    <a:pt x="1214340" y="170945"/>
                  </a:moveTo>
                  <a:lnTo>
                    <a:pt x="1211288" y="166937"/>
                  </a:lnTo>
                  <a:lnTo>
                    <a:pt x="1216408" y="165904"/>
                  </a:lnTo>
                  <a:lnTo>
                    <a:pt x="1214340" y="170945"/>
                  </a:lnTo>
                  <a:close/>
                </a:path>
                <a:path w="2470784" h="4259580">
                  <a:moveTo>
                    <a:pt x="1202033" y="68974"/>
                  </a:moveTo>
                  <a:lnTo>
                    <a:pt x="1200950" y="65863"/>
                  </a:lnTo>
                  <a:lnTo>
                    <a:pt x="1208826" y="67438"/>
                  </a:lnTo>
                  <a:lnTo>
                    <a:pt x="1202033" y="68974"/>
                  </a:lnTo>
                  <a:close/>
                </a:path>
                <a:path w="2470784" h="4259580">
                  <a:moveTo>
                    <a:pt x="1201344" y="126636"/>
                  </a:moveTo>
                  <a:lnTo>
                    <a:pt x="1203017" y="122628"/>
                  </a:lnTo>
                  <a:lnTo>
                    <a:pt x="1204199" y="124627"/>
                  </a:lnTo>
                  <a:lnTo>
                    <a:pt x="1201344" y="126636"/>
                  </a:lnTo>
                  <a:close/>
                </a:path>
                <a:path w="2470784" h="4259580">
                  <a:moveTo>
                    <a:pt x="1213159" y="136512"/>
                  </a:moveTo>
                  <a:lnTo>
                    <a:pt x="1202624" y="131864"/>
                  </a:lnTo>
                  <a:lnTo>
                    <a:pt x="1206956" y="124056"/>
                  </a:lnTo>
                  <a:lnTo>
                    <a:pt x="1216310" y="127630"/>
                  </a:lnTo>
                  <a:lnTo>
                    <a:pt x="1213159" y="136512"/>
                  </a:lnTo>
                  <a:close/>
                </a:path>
                <a:path w="2470784" h="4259580">
                  <a:moveTo>
                    <a:pt x="1186476" y="75631"/>
                  </a:moveTo>
                  <a:lnTo>
                    <a:pt x="1178303" y="68128"/>
                  </a:lnTo>
                  <a:lnTo>
                    <a:pt x="1176925" y="64209"/>
                  </a:lnTo>
                  <a:lnTo>
                    <a:pt x="1185392" y="59128"/>
                  </a:lnTo>
                  <a:lnTo>
                    <a:pt x="1186476" y="75631"/>
                  </a:lnTo>
                  <a:close/>
                </a:path>
                <a:path w="2470784" h="4259580">
                  <a:moveTo>
                    <a:pt x="1191891" y="60054"/>
                  </a:moveTo>
                  <a:lnTo>
                    <a:pt x="1187559" y="53634"/>
                  </a:lnTo>
                  <a:lnTo>
                    <a:pt x="1192876" y="47125"/>
                  </a:lnTo>
                  <a:lnTo>
                    <a:pt x="1195830" y="34128"/>
                  </a:lnTo>
                  <a:lnTo>
                    <a:pt x="1202919" y="37436"/>
                  </a:lnTo>
                  <a:lnTo>
                    <a:pt x="1196125" y="57976"/>
                  </a:lnTo>
                  <a:lnTo>
                    <a:pt x="1191891" y="60054"/>
                  </a:lnTo>
                  <a:close/>
                </a:path>
                <a:path w="2470784" h="4259580">
                  <a:moveTo>
                    <a:pt x="1192285" y="229059"/>
                  </a:moveTo>
                  <a:lnTo>
                    <a:pt x="1190316" y="225869"/>
                  </a:lnTo>
                  <a:lnTo>
                    <a:pt x="1195531" y="225869"/>
                  </a:lnTo>
                  <a:lnTo>
                    <a:pt x="1192285" y="229059"/>
                  </a:lnTo>
                  <a:close/>
                </a:path>
                <a:path w="2470784" h="4259580">
                  <a:moveTo>
                    <a:pt x="1228520" y="180555"/>
                  </a:moveTo>
                  <a:lnTo>
                    <a:pt x="1222907" y="175553"/>
                  </a:lnTo>
                  <a:lnTo>
                    <a:pt x="1232163" y="177099"/>
                  </a:lnTo>
                  <a:lnTo>
                    <a:pt x="1228520" y="180555"/>
                  </a:lnTo>
                  <a:close/>
                </a:path>
                <a:path w="2470784" h="4259580">
                  <a:moveTo>
                    <a:pt x="1227239" y="44319"/>
                  </a:moveTo>
                  <a:lnTo>
                    <a:pt x="1213947" y="38509"/>
                  </a:lnTo>
                  <a:lnTo>
                    <a:pt x="1227830" y="34551"/>
                  </a:lnTo>
                  <a:lnTo>
                    <a:pt x="1227239" y="44319"/>
                  </a:lnTo>
                  <a:close/>
                </a:path>
                <a:path w="2470784" h="4259580">
                  <a:moveTo>
                    <a:pt x="1226747" y="29440"/>
                  </a:moveTo>
                  <a:lnTo>
                    <a:pt x="1219166" y="26014"/>
                  </a:lnTo>
                  <a:lnTo>
                    <a:pt x="1224384" y="24202"/>
                  </a:lnTo>
                  <a:lnTo>
                    <a:pt x="1226747" y="29440"/>
                  </a:lnTo>
                  <a:close/>
                </a:path>
                <a:path w="2470784" h="4259580">
                  <a:moveTo>
                    <a:pt x="1772723" y="268711"/>
                  </a:moveTo>
                  <a:lnTo>
                    <a:pt x="1768095" y="264211"/>
                  </a:lnTo>
                  <a:lnTo>
                    <a:pt x="1779222" y="264753"/>
                  </a:lnTo>
                  <a:lnTo>
                    <a:pt x="1772723" y="268711"/>
                  </a:lnTo>
                  <a:close/>
                </a:path>
                <a:path w="2470784" h="4259580">
                  <a:moveTo>
                    <a:pt x="1740033" y="200632"/>
                  </a:moveTo>
                  <a:lnTo>
                    <a:pt x="1736390" y="198555"/>
                  </a:lnTo>
                  <a:lnTo>
                    <a:pt x="1736981" y="196408"/>
                  </a:lnTo>
                  <a:lnTo>
                    <a:pt x="1740033" y="200632"/>
                  </a:lnTo>
                  <a:close/>
                </a:path>
                <a:path w="2470784" h="4259580">
                  <a:moveTo>
                    <a:pt x="1753030" y="212438"/>
                  </a:moveTo>
                  <a:lnTo>
                    <a:pt x="1759430" y="198791"/>
                  </a:lnTo>
                  <a:lnTo>
                    <a:pt x="1766914" y="210558"/>
                  </a:lnTo>
                  <a:lnTo>
                    <a:pt x="1753030" y="212438"/>
                  </a:lnTo>
                  <a:close/>
                </a:path>
                <a:path w="2470784" h="4259580">
                  <a:moveTo>
                    <a:pt x="1782865" y="295179"/>
                  </a:moveTo>
                  <a:lnTo>
                    <a:pt x="1781388" y="288060"/>
                  </a:lnTo>
                  <a:lnTo>
                    <a:pt x="1782864" y="282408"/>
                  </a:lnTo>
                  <a:lnTo>
                    <a:pt x="1795074" y="289172"/>
                  </a:lnTo>
                  <a:lnTo>
                    <a:pt x="1782865" y="295179"/>
                  </a:lnTo>
                  <a:close/>
                </a:path>
                <a:path w="2470784" h="4259580">
                  <a:moveTo>
                    <a:pt x="1817918" y="226371"/>
                  </a:moveTo>
                  <a:lnTo>
                    <a:pt x="1801080" y="223250"/>
                  </a:lnTo>
                  <a:lnTo>
                    <a:pt x="1798718" y="222058"/>
                  </a:lnTo>
                  <a:lnTo>
                    <a:pt x="1799210" y="214289"/>
                  </a:lnTo>
                  <a:lnTo>
                    <a:pt x="1817918" y="226371"/>
                  </a:lnTo>
                  <a:close/>
                </a:path>
                <a:path w="2470784" h="4259580">
                  <a:moveTo>
                    <a:pt x="1820773" y="247748"/>
                  </a:moveTo>
                  <a:lnTo>
                    <a:pt x="1817031" y="237517"/>
                  </a:lnTo>
                  <a:lnTo>
                    <a:pt x="1830521" y="242903"/>
                  </a:lnTo>
                  <a:lnTo>
                    <a:pt x="1820773" y="247748"/>
                  </a:lnTo>
                  <a:close/>
                </a:path>
                <a:path w="2470784" h="4259580">
                  <a:moveTo>
                    <a:pt x="1797536" y="292944"/>
                  </a:moveTo>
                  <a:lnTo>
                    <a:pt x="1795862" y="285598"/>
                  </a:lnTo>
                  <a:lnTo>
                    <a:pt x="1809056" y="290137"/>
                  </a:lnTo>
                  <a:lnTo>
                    <a:pt x="1807776" y="292638"/>
                  </a:lnTo>
                  <a:lnTo>
                    <a:pt x="1797536" y="292944"/>
                  </a:lnTo>
                  <a:close/>
                </a:path>
                <a:path w="2470784" h="4259580">
                  <a:moveTo>
                    <a:pt x="1692968" y="210479"/>
                  </a:moveTo>
                  <a:lnTo>
                    <a:pt x="1681546" y="208056"/>
                  </a:lnTo>
                  <a:lnTo>
                    <a:pt x="1684599" y="202099"/>
                  </a:lnTo>
                  <a:lnTo>
                    <a:pt x="1692968" y="210479"/>
                  </a:lnTo>
                  <a:close/>
                </a:path>
                <a:path w="2470784" h="4259580">
                  <a:moveTo>
                    <a:pt x="1692968" y="217942"/>
                  </a:moveTo>
                  <a:lnTo>
                    <a:pt x="1693559" y="212330"/>
                  </a:lnTo>
                  <a:lnTo>
                    <a:pt x="1693756" y="215018"/>
                  </a:lnTo>
                  <a:lnTo>
                    <a:pt x="1692968" y="217942"/>
                  </a:lnTo>
                  <a:close/>
                </a:path>
                <a:path w="2470784" h="4259580">
                  <a:moveTo>
                    <a:pt x="1698187" y="157593"/>
                  </a:moveTo>
                  <a:lnTo>
                    <a:pt x="1696217" y="155781"/>
                  </a:lnTo>
                  <a:lnTo>
                    <a:pt x="1702322" y="156707"/>
                  </a:lnTo>
                  <a:lnTo>
                    <a:pt x="1698187" y="157593"/>
                  </a:lnTo>
                  <a:close/>
                </a:path>
                <a:path w="2470784" h="4259580">
                  <a:moveTo>
                    <a:pt x="1667860" y="243563"/>
                  </a:moveTo>
                  <a:lnTo>
                    <a:pt x="1668254" y="236828"/>
                  </a:lnTo>
                  <a:lnTo>
                    <a:pt x="1679183" y="242441"/>
                  </a:lnTo>
                  <a:lnTo>
                    <a:pt x="1667860" y="243563"/>
                  </a:lnTo>
                  <a:close/>
                </a:path>
                <a:path w="2470784" h="4259580">
                  <a:moveTo>
                    <a:pt x="1698777" y="214407"/>
                  </a:moveTo>
                  <a:lnTo>
                    <a:pt x="1697792" y="202867"/>
                  </a:lnTo>
                  <a:lnTo>
                    <a:pt x="1708328" y="209632"/>
                  </a:lnTo>
                  <a:lnTo>
                    <a:pt x="1698777" y="214407"/>
                  </a:lnTo>
                  <a:close/>
                </a:path>
                <a:path w="2470784" h="4259580">
                  <a:moveTo>
                    <a:pt x="1703306" y="249599"/>
                  </a:moveTo>
                  <a:lnTo>
                    <a:pt x="1704291" y="240324"/>
                  </a:lnTo>
                  <a:lnTo>
                    <a:pt x="1708524" y="239713"/>
                  </a:lnTo>
                  <a:lnTo>
                    <a:pt x="1703306" y="249599"/>
                  </a:lnTo>
                  <a:close/>
                </a:path>
                <a:path w="2470784" h="4259580">
                  <a:moveTo>
                    <a:pt x="1960786" y="394333"/>
                  </a:moveTo>
                  <a:lnTo>
                    <a:pt x="1947592" y="390788"/>
                  </a:lnTo>
                  <a:lnTo>
                    <a:pt x="1952122" y="387736"/>
                  </a:lnTo>
                  <a:lnTo>
                    <a:pt x="1954288" y="386850"/>
                  </a:lnTo>
                  <a:lnTo>
                    <a:pt x="1960786" y="394333"/>
                  </a:lnTo>
                  <a:close/>
                </a:path>
                <a:path w="2470784" h="4259580">
                  <a:moveTo>
                    <a:pt x="1962263" y="395121"/>
                  </a:moveTo>
                  <a:lnTo>
                    <a:pt x="1961377" y="389607"/>
                  </a:lnTo>
                  <a:lnTo>
                    <a:pt x="1962067" y="391674"/>
                  </a:lnTo>
                  <a:lnTo>
                    <a:pt x="1962263" y="395121"/>
                  </a:lnTo>
                  <a:close/>
                </a:path>
                <a:path w="2470784" h="4259580">
                  <a:moveTo>
                    <a:pt x="1936563" y="372581"/>
                  </a:moveTo>
                  <a:lnTo>
                    <a:pt x="1940993" y="367953"/>
                  </a:lnTo>
                  <a:lnTo>
                    <a:pt x="1941683" y="370414"/>
                  </a:lnTo>
                  <a:lnTo>
                    <a:pt x="1936563" y="372581"/>
                  </a:lnTo>
                  <a:close/>
                </a:path>
                <a:path w="2470784" h="4259580">
                  <a:moveTo>
                    <a:pt x="1943162" y="381533"/>
                  </a:moveTo>
                  <a:lnTo>
                    <a:pt x="1941587" y="373458"/>
                  </a:lnTo>
                  <a:lnTo>
                    <a:pt x="1948479" y="369323"/>
                  </a:lnTo>
                  <a:lnTo>
                    <a:pt x="1954879" y="375723"/>
                  </a:lnTo>
                  <a:lnTo>
                    <a:pt x="1943162" y="381533"/>
                  </a:lnTo>
                  <a:close/>
                </a:path>
                <a:path w="2470784" h="4259580">
                  <a:moveTo>
                    <a:pt x="1940109" y="354061"/>
                  </a:moveTo>
                  <a:lnTo>
                    <a:pt x="1937057" y="353765"/>
                  </a:lnTo>
                  <a:lnTo>
                    <a:pt x="1936565" y="351501"/>
                  </a:lnTo>
                  <a:lnTo>
                    <a:pt x="1940109" y="354061"/>
                  </a:lnTo>
                  <a:close/>
                </a:path>
                <a:path w="2470784" h="4259580">
                  <a:moveTo>
                    <a:pt x="1951531" y="326333"/>
                  </a:moveTo>
                  <a:lnTo>
                    <a:pt x="1940897" y="323980"/>
                  </a:lnTo>
                  <a:lnTo>
                    <a:pt x="1940700" y="320021"/>
                  </a:lnTo>
                  <a:lnTo>
                    <a:pt x="1951531" y="326333"/>
                  </a:lnTo>
                  <a:close/>
                </a:path>
                <a:path w="2470784" h="4259580">
                  <a:moveTo>
                    <a:pt x="1929968" y="346971"/>
                  </a:moveTo>
                  <a:lnTo>
                    <a:pt x="1921795" y="343407"/>
                  </a:lnTo>
                  <a:lnTo>
                    <a:pt x="1920712" y="340985"/>
                  </a:lnTo>
                  <a:lnTo>
                    <a:pt x="1928884" y="332714"/>
                  </a:lnTo>
                  <a:lnTo>
                    <a:pt x="1929574" y="325329"/>
                  </a:lnTo>
                  <a:lnTo>
                    <a:pt x="1930854" y="333560"/>
                  </a:lnTo>
                  <a:lnTo>
                    <a:pt x="1936959" y="337519"/>
                  </a:lnTo>
                  <a:lnTo>
                    <a:pt x="1929968" y="346971"/>
                  </a:lnTo>
                  <a:close/>
                </a:path>
                <a:path w="2470784" h="4259580">
                  <a:moveTo>
                    <a:pt x="1839012" y="339527"/>
                  </a:moveTo>
                  <a:lnTo>
                    <a:pt x="1831505" y="339527"/>
                  </a:lnTo>
                  <a:lnTo>
                    <a:pt x="1831858" y="331296"/>
                  </a:lnTo>
                  <a:lnTo>
                    <a:pt x="1831899" y="330331"/>
                  </a:lnTo>
                  <a:lnTo>
                    <a:pt x="1840367" y="331296"/>
                  </a:lnTo>
                  <a:lnTo>
                    <a:pt x="1839012" y="339527"/>
                  </a:lnTo>
                  <a:close/>
                </a:path>
                <a:path w="2470784" h="4259580">
                  <a:moveTo>
                    <a:pt x="1839012" y="339527"/>
                  </a:moveTo>
                  <a:lnTo>
                    <a:pt x="1838988" y="339675"/>
                  </a:lnTo>
                  <a:lnTo>
                    <a:pt x="1840367" y="331296"/>
                  </a:lnTo>
                  <a:lnTo>
                    <a:pt x="1839012" y="339527"/>
                  </a:lnTo>
                  <a:close/>
                </a:path>
                <a:path w="2470784" h="4259580">
                  <a:moveTo>
                    <a:pt x="2013563" y="607851"/>
                  </a:moveTo>
                  <a:lnTo>
                    <a:pt x="2015729" y="599973"/>
                  </a:lnTo>
                  <a:lnTo>
                    <a:pt x="2013662" y="576046"/>
                  </a:lnTo>
                  <a:lnTo>
                    <a:pt x="2029219" y="587665"/>
                  </a:lnTo>
                  <a:lnTo>
                    <a:pt x="2037412" y="587665"/>
                  </a:lnTo>
                  <a:lnTo>
                    <a:pt x="2036720" y="592589"/>
                  </a:lnTo>
                  <a:lnTo>
                    <a:pt x="2029613" y="592589"/>
                  </a:lnTo>
                  <a:lnTo>
                    <a:pt x="2020653" y="599087"/>
                  </a:lnTo>
                  <a:lnTo>
                    <a:pt x="2022524" y="602730"/>
                  </a:lnTo>
                  <a:lnTo>
                    <a:pt x="2013563" y="607851"/>
                  </a:lnTo>
                  <a:close/>
                </a:path>
                <a:path w="2470784" h="4259580">
                  <a:moveTo>
                    <a:pt x="2037412" y="587665"/>
                  </a:moveTo>
                  <a:lnTo>
                    <a:pt x="2029219" y="587665"/>
                  </a:lnTo>
                  <a:lnTo>
                    <a:pt x="2037785" y="585007"/>
                  </a:lnTo>
                  <a:lnTo>
                    <a:pt x="2037412" y="587665"/>
                  </a:lnTo>
                  <a:close/>
                </a:path>
                <a:path w="2470784" h="4259580">
                  <a:moveTo>
                    <a:pt x="2036111" y="596921"/>
                  </a:moveTo>
                  <a:lnTo>
                    <a:pt x="2029613" y="592589"/>
                  </a:lnTo>
                  <a:lnTo>
                    <a:pt x="2036720" y="592589"/>
                  </a:lnTo>
                  <a:lnTo>
                    <a:pt x="2036111" y="596921"/>
                  </a:lnTo>
                  <a:close/>
                </a:path>
                <a:path w="2470784" h="4259580">
                  <a:moveTo>
                    <a:pt x="2042017" y="606042"/>
                  </a:moveTo>
                  <a:lnTo>
                    <a:pt x="2036109" y="599544"/>
                  </a:lnTo>
                  <a:lnTo>
                    <a:pt x="2040048" y="599839"/>
                  </a:lnTo>
                  <a:lnTo>
                    <a:pt x="2043903" y="602730"/>
                  </a:lnTo>
                  <a:lnTo>
                    <a:pt x="2042017" y="606042"/>
                  </a:lnTo>
                  <a:close/>
                </a:path>
                <a:path w="2470784" h="4259580">
                  <a:moveTo>
                    <a:pt x="2013858" y="623757"/>
                  </a:moveTo>
                  <a:lnTo>
                    <a:pt x="1997907" y="601110"/>
                  </a:lnTo>
                  <a:lnTo>
                    <a:pt x="2016615" y="614698"/>
                  </a:lnTo>
                  <a:lnTo>
                    <a:pt x="2013858" y="623757"/>
                  </a:lnTo>
                  <a:close/>
                </a:path>
                <a:path w="2470784" h="4259580">
                  <a:moveTo>
                    <a:pt x="1994756" y="515741"/>
                  </a:moveTo>
                  <a:lnTo>
                    <a:pt x="1994362" y="513181"/>
                  </a:lnTo>
                  <a:lnTo>
                    <a:pt x="2001944" y="515150"/>
                  </a:lnTo>
                  <a:lnTo>
                    <a:pt x="1994756" y="515741"/>
                  </a:lnTo>
                  <a:close/>
                </a:path>
                <a:path w="2470784" h="4259580">
                  <a:moveTo>
                    <a:pt x="1979594" y="409694"/>
                  </a:moveTo>
                  <a:lnTo>
                    <a:pt x="1973489" y="401127"/>
                  </a:lnTo>
                  <a:lnTo>
                    <a:pt x="1993575" y="405361"/>
                  </a:lnTo>
                  <a:lnTo>
                    <a:pt x="1982153" y="409497"/>
                  </a:lnTo>
                  <a:lnTo>
                    <a:pt x="1979594" y="409694"/>
                  </a:lnTo>
                  <a:close/>
                </a:path>
                <a:path w="2470784" h="4259580">
                  <a:moveTo>
                    <a:pt x="1994560" y="368634"/>
                  </a:moveTo>
                  <a:lnTo>
                    <a:pt x="1987175" y="367255"/>
                  </a:lnTo>
                  <a:lnTo>
                    <a:pt x="1987568" y="358590"/>
                  </a:lnTo>
                  <a:lnTo>
                    <a:pt x="1994560" y="368634"/>
                  </a:lnTo>
                  <a:close/>
                </a:path>
                <a:path w="2470784" h="4259580">
                  <a:moveTo>
                    <a:pt x="1883001" y="392364"/>
                  </a:moveTo>
                  <a:lnTo>
                    <a:pt x="1873253" y="390099"/>
                  </a:lnTo>
                  <a:lnTo>
                    <a:pt x="1873943" y="382517"/>
                  </a:lnTo>
                  <a:lnTo>
                    <a:pt x="1886743" y="385077"/>
                  </a:lnTo>
                  <a:lnTo>
                    <a:pt x="1883001" y="392364"/>
                  </a:lnTo>
                  <a:close/>
                </a:path>
                <a:path w="2470784" h="4259580">
                  <a:moveTo>
                    <a:pt x="1884084" y="310254"/>
                  </a:moveTo>
                  <a:lnTo>
                    <a:pt x="1879457" y="304681"/>
                  </a:lnTo>
                  <a:lnTo>
                    <a:pt x="1887334" y="296134"/>
                  </a:lnTo>
                  <a:lnTo>
                    <a:pt x="1884084" y="310254"/>
                  </a:lnTo>
                  <a:close/>
                </a:path>
                <a:path w="2470784" h="4259580">
                  <a:moveTo>
                    <a:pt x="1856023" y="257171"/>
                  </a:moveTo>
                  <a:lnTo>
                    <a:pt x="1845093" y="256945"/>
                  </a:lnTo>
                  <a:lnTo>
                    <a:pt x="1840761" y="250869"/>
                  </a:lnTo>
                  <a:lnTo>
                    <a:pt x="1846078" y="246517"/>
                  </a:lnTo>
                  <a:lnTo>
                    <a:pt x="1857697" y="253754"/>
                  </a:lnTo>
                  <a:lnTo>
                    <a:pt x="1856134" y="256945"/>
                  </a:lnTo>
                  <a:lnTo>
                    <a:pt x="1856023" y="257171"/>
                  </a:lnTo>
                  <a:close/>
                </a:path>
                <a:path w="2470784" h="4259580">
                  <a:moveTo>
                    <a:pt x="1867740" y="282486"/>
                  </a:moveTo>
                  <a:lnTo>
                    <a:pt x="1855530" y="277061"/>
                  </a:lnTo>
                  <a:lnTo>
                    <a:pt x="1873844" y="277602"/>
                  </a:lnTo>
                  <a:lnTo>
                    <a:pt x="1867740" y="282486"/>
                  </a:lnTo>
                  <a:close/>
                </a:path>
                <a:path w="2470784" h="4259580">
                  <a:moveTo>
                    <a:pt x="1895408" y="417078"/>
                  </a:moveTo>
                  <a:lnTo>
                    <a:pt x="1891075" y="399946"/>
                  </a:lnTo>
                  <a:lnTo>
                    <a:pt x="1906632" y="402112"/>
                  </a:lnTo>
                  <a:lnTo>
                    <a:pt x="1895408" y="417078"/>
                  </a:lnTo>
                  <a:close/>
                </a:path>
                <a:path w="2470784" h="4259580">
                  <a:moveTo>
                    <a:pt x="1908306" y="422888"/>
                  </a:moveTo>
                  <a:lnTo>
                    <a:pt x="1899937" y="421313"/>
                  </a:lnTo>
                  <a:lnTo>
                    <a:pt x="1903580" y="412057"/>
                  </a:lnTo>
                  <a:lnTo>
                    <a:pt x="1908109" y="413140"/>
                  </a:lnTo>
                  <a:lnTo>
                    <a:pt x="1908188" y="417078"/>
                  </a:lnTo>
                  <a:lnTo>
                    <a:pt x="1908306" y="422888"/>
                  </a:lnTo>
                  <a:close/>
                </a:path>
                <a:path w="2470784" h="4259580">
                  <a:moveTo>
                    <a:pt x="1417469" y="55938"/>
                  </a:moveTo>
                  <a:lnTo>
                    <a:pt x="1406638" y="53397"/>
                  </a:lnTo>
                  <a:lnTo>
                    <a:pt x="1411857" y="44171"/>
                  </a:lnTo>
                  <a:lnTo>
                    <a:pt x="1417469" y="55938"/>
                  </a:lnTo>
                  <a:close/>
                </a:path>
                <a:path w="2470784" h="4259580">
                  <a:moveTo>
                    <a:pt x="1422113" y="71397"/>
                  </a:moveTo>
                  <a:lnTo>
                    <a:pt x="1421589" y="71397"/>
                  </a:lnTo>
                  <a:lnTo>
                    <a:pt x="1413334" y="69477"/>
                  </a:lnTo>
                  <a:lnTo>
                    <a:pt x="1414168" y="60093"/>
                  </a:lnTo>
                  <a:lnTo>
                    <a:pt x="1414220" y="59512"/>
                  </a:lnTo>
                  <a:lnTo>
                    <a:pt x="1423672" y="60093"/>
                  </a:lnTo>
                  <a:lnTo>
                    <a:pt x="1422113" y="71397"/>
                  </a:lnTo>
                  <a:close/>
                </a:path>
                <a:path w="2470784" h="4259580">
                  <a:moveTo>
                    <a:pt x="1429974" y="74823"/>
                  </a:moveTo>
                  <a:lnTo>
                    <a:pt x="1422392" y="71397"/>
                  </a:lnTo>
                  <a:lnTo>
                    <a:pt x="1427952" y="69477"/>
                  </a:lnTo>
                  <a:lnTo>
                    <a:pt x="1427557" y="69477"/>
                  </a:lnTo>
                  <a:lnTo>
                    <a:pt x="1429974" y="74823"/>
                  </a:lnTo>
                  <a:close/>
                </a:path>
                <a:path w="2470784" h="4259580">
                  <a:moveTo>
                    <a:pt x="1402305" y="105781"/>
                  </a:moveTo>
                  <a:lnTo>
                    <a:pt x="1390785" y="99016"/>
                  </a:lnTo>
                  <a:lnTo>
                    <a:pt x="1396102" y="92478"/>
                  </a:lnTo>
                  <a:lnTo>
                    <a:pt x="1394625" y="84246"/>
                  </a:lnTo>
                  <a:lnTo>
                    <a:pt x="1399056" y="79510"/>
                  </a:lnTo>
                  <a:lnTo>
                    <a:pt x="1406244" y="82819"/>
                  </a:lnTo>
                  <a:lnTo>
                    <a:pt x="1405062" y="94900"/>
                  </a:lnTo>
                  <a:lnTo>
                    <a:pt x="1405963" y="99016"/>
                  </a:lnTo>
                  <a:lnTo>
                    <a:pt x="1406047" y="99400"/>
                  </a:lnTo>
                  <a:lnTo>
                    <a:pt x="1402305" y="105781"/>
                  </a:lnTo>
                  <a:close/>
                </a:path>
                <a:path w="2470784" h="4259580">
                  <a:moveTo>
                    <a:pt x="1438343" y="106017"/>
                  </a:moveTo>
                  <a:lnTo>
                    <a:pt x="1433420" y="101744"/>
                  </a:lnTo>
                  <a:lnTo>
                    <a:pt x="1437654" y="92586"/>
                  </a:lnTo>
                  <a:lnTo>
                    <a:pt x="1453211" y="101596"/>
                  </a:lnTo>
                  <a:lnTo>
                    <a:pt x="1438343" y="106017"/>
                  </a:lnTo>
                  <a:close/>
                </a:path>
                <a:path w="2470784" h="4259580">
                  <a:moveTo>
                    <a:pt x="1430564" y="89701"/>
                  </a:moveTo>
                  <a:lnTo>
                    <a:pt x="1422293" y="87437"/>
                  </a:lnTo>
                  <a:lnTo>
                    <a:pt x="1426823" y="78476"/>
                  </a:lnTo>
                  <a:lnTo>
                    <a:pt x="1431155" y="79934"/>
                  </a:lnTo>
                  <a:lnTo>
                    <a:pt x="1430564" y="89701"/>
                  </a:lnTo>
                  <a:close/>
                </a:path>
                <a:path w="2470784" h="4259580">
                  <a:moveTo>
                    <a:pt x="1476251" y="97057"/>
                  </a:moveTo>
                  <a:lnTo>
                    <a:pt x="1475562" y="94359"/>
                  </a:lnTo>
                  <a:lnTo>
                    <a:pt x="1483439" y="90519"/>
                  </a:lnTo>
                  <a:lnTo>
                    <a:pt x="1476251" y="97057"/>
                  </a:lnTo>
                  <a:close/>
                </a:path>
                <a:path w="2470784" h="4259580">
                  <a:moveTo>
                    <a:pt x="1480583" y="128438"/>
                  </a:moveTo>
                  <a:lnTo>
                    <a:pt x="1476349" y="120167"/>
                  </a:lnTo>
                  <a:lnTo>
                    <a:pt x="1487672" y="115745"/>
                  </a:lnTo>
                  <a:lnTo>
                    <a:pt x="1480583" y="128438"/>
                  </a:lnTo>
                  <a:close/>
                </a:path>
                <a:path w="2470784" h="4259580">
                  <a:moveTo>
                    <a:pt x="1463057" y="92321"/>
                  </a:moveTo>
                  <a:lnTo>
                    <a:pt x="1462072" y="85822"/>
                  </a:lnTo>
                  <a:lnTo>
                    <a:pt x="1470244" y="83400"/>
                  </a:lnTo>
                  <a:lnTo>
                    <a:pt x="1473395" y="90164"/>
                  </a:lnTo>
                  <a:lnTo>
                    <a:pt x="1463057" y="92321"/>
                  </a:lnTo>
                  <a:close/>
                </a:path>
                <a:path w="2470784" h="4259580">
                  <a:moveTo>
                    <a:pt x="1370502" y="242254"/>
                  </a:moveTo>
                  <a:lnTo>
                    <a:pt x="1363117" y="240944"/>
                  </a:lnTo>
                  <a:lnTo>
                    <a:pt x="1366465" y="233441"/>
                  </a:lnTo>
                  <a:lnTo>
                    <a:pt x="1370502" y="242254"/>
                  </a:lnTo>
                  <a:close/>
                </a:path>
                <a:path w="2470784" h="4259580">
                  <a:moveTo>
                    <a:pt x="1361050" y="134168"/>
                  </a:moveTo>
                  <a:lnTo>
                    <a:pt x="1361542" y="129284"/>
                  </a:lnTo>
                  <a:lnTo>
                    <a:pt x="1367056" y="124322"/>
                  </a:lnTo>
                  <a:lnTo>
                    <a:pt x="1372865" y="131244"/>
                  </a:lnTo>
                  <a:lnTo>
                    <a:pt x="1361050" y="134168"/>
                  </a:lnTo>
                  <a:close/>
                </a:path>
                <a:path w="2470784" h="4259580">
                  <a:moveTo>
                    <a:pt x="1635958" y="225175"/>
                  </a:moveTo>
                  <a:lnTo>
                    <a:pt x="1652008" y="201908"/>
                  </a:lnTo>
                  <a:lnTo>
                    <a:pt x="1646396" y="214797"/>
                  </a:lnTo>
                  <a:lnTo>
                    <a:pt x="1635958" y="225175"/>
                  </a:lnTo>
                  <a:close/>
                </a:path>
                <a:path w="2470784" h="4259580">
                  <a:moveTo>
                    <a:pt x="1666973" y="235755"/>
                  </a:moveTo>
                  <a:lnTo>
                    <a:pt x="1643343" y="230330"/>
                  </a:lnTo>
                  <a:lnTo>
                    <a:pt x="1649939" y="219016"/>
                  </a:lnTo>
                  <a:lnTo>
                    <a:pt x="1665496" y="223289"/>
                  </a:lnTo>
                  <a:lnTo>
                    <a:pt x="1670518" y="232171"/>
                  </a:lnTo>
                  <a:lnTo>
                    <a:pt x="1666973" y="235755"/>
                  </a:lnTo>
                  <a:close/>
                </a:path>
                <a:path w="2470784" h="4259580">
                  <a:moveTo>
                    <a:pt x="1389702" y="121013"/>
                  </a:moveTo>
                  <a:lnTo>
                    <a:pt x="1381530" y="113481"/>
                  </a:lnTo>
                  <a:lnTo>
                    <a:pt x="1380151" y="109591"/>
                  </a:lnTo>
                  <a:lnTo>
                    <a:pt x="1388618" y="104511"/>
                  </a:lnTo>
                  <a:lnTo>
                    <a:pt x="1389702" y="121013"/>
                  </a:lnTo>
                  <a:close/>
                </a:path>
                <a:path w="2470784" h="4259580">
                  <a:moveTo>
                    <a:pt x="1488854" y="108400"/>
                  </a:moveTo>
                  <a:lnTo>
                    <a:pt x="1486294" y="100552"/>
                  </a:lnTo>
                  <a:lnTo>
                    <a:pt x="1497519" y="100247"/>
                  </a:lnTo>
                  <a:lnTo>
                    <a:pt x="1488854" y="108400"/>
                  </a:lnTo>
                  <a:close/>
                </a:path>
                <a:path w="2470784" h="4259580">
                  <a:moveTo>
                    <a:pt x="1363314" y="225672"/>
                  </a:moveTo>
                  <a:lnTo>
                    <a:pt x="1361148" y="221517"/>
                  </a:lnTo>
                  <a:lnTo>
                    <a:pt x="1369025" y="218208"/>
                  </a:lnTo>
                  <a:lnTo>
                    <a:pt x="1363314" y="225672"/>
                  </a:lnTo>
                  <a:close/>
                </a:path>
                <a:path w="2470784" h="4259580">
                  <a:moveTo>
                    <a:pt x="1370206" y="102010"/>
                  </a:moveTo>
                  <a:lnTo>
                    <a:pt x="1361148" y="99587"/>
                  </a:lnTo>
                  <a:lnTo>
                    <a:pt x="1369812" y="93089"/>
                  </a:lnTo>
                  <a:lnTo>
                    <a:pt x="1370099" y="99587"/>
                  </a:lnTo>
                  <a:lnTo>
                    <a:pt x="1370206" y="102010"/>
                  </a:lnTo>
                  <a:close/>
                </a:path>
                <a:path w="2470784" h="4259580">
                  <a:moveTo>
                    <a:pt x="1367745" y="323409"/>
                  </a:moveTo>
                  <a:lnTo>
                    <a:pt x="1364003" y="321676"/>
                  </a:lnTo>
                  <a:lnTo>
                    <a:pt x="1366366" y="313139"/>
                  </a:lnTo>
                  <a:lnTo>
                    <a:pt x="1367745" y="323409"/>
                  </a:lnTo>
                  <a:close/>
                </a:path>
                <a:path w="2470784" h="4259580">
                  <a:moveTo>
                    <a:pt x="1644918" y="194291"/>
                  </a:moveTo>
                  <a:lnTo>
                    <a:pt x="1638911" y="186788"/>
                  </a:lnTo>
                  <a:lnTo>
                    <a:pt x="1623157" y="182859"/>
                  </a:lnTo>
                  <a:lnTo>
                    <a:pt x="1623354" y="177286"/>
                  </a:lnTo>
                  <a:lnTo>
                    <a:pt x="1650530" y="184405"/>
                  </a:lnTo>
                  <a:lnTo>
                    <a:pt x="1644918" y="194291"/>
                  </a:lnTo>
                  <a:close/>
                </a:path>
                <a:path w="2470784" h="4259580">
                  <a:moveTo>
                    <a:pt x="1621290" y="202597"/>
                  </a:moveTo>
                  <a:lnTo>
                    <a:pt x="1613413" y="196482"/>
                  </a:lnTo>
                  <a:lnTo>
                    <a:pt x="1613709" y="192140"/>
                  </a:lnTo>
                  <a:lnTo>
                    <a:pt x="1627296" y="197487"/>
                  </a:lnTo>
                  <a:lnTo>
                    <a:pt x="1621290" y="202597"/>
                  </a:lnTo>
                  <a:close/>
                </a:path>
                <a:path w="2470784" h="4259580">
                  <a:moveTo>
                    <a:pt x="1588990" y="161670"/>
                  </a:moveTo>
                  <a:lnTo>
                    <a:pt x="1585249" y="157170"/>
                  </a:lnTo>
                  <a:lnTo>
                    <a:pt x="1594406" y="154826"/>
                  </a:lnTo>
                  <a:lnTo>
                    <a:pt x="1588990" y="161670"/>
                  </a:lnTo>
                  <a:close/>
                </a:path>
                <a:path w="2470784" h="4259580">
                  <a:moveTo>
                    <a:pt x="1597852" y="177828"/>
                  </a:moveTo>
                  <a:lnTo>
                    <a:pt x="1595390" y="176597"/>
                  </a:lnTo>
                  <a:lnTo>
                    <a:pt x="1595981" y="168828"/>
                  </a:lnTo>
                  <a:lnTo>
                    <a:pt x="1607600" y="167824"/>
                  </a:lnTo>
                  <a:lnTo>
                    <a:pt x="1597852" y="177828"/>
                  </a:lnTo>
                  <a:close/>
                </a:path>
                <a:path w="2470784" h="4259580">
                  <a:moveTo>
                    <a:pt x="1600707" y="150750"/>
                  </a:moveTo>
                  <a:lnTo>
                    <a:pt x="1597851" y="146358"/>
                  </a:lnTo>
                  <a:lnTo>
                    <a:pt x="1603562" y="139751"/>
                  </a:lnTo>
                  <a:lnTo>
                    <a:pt x="1613901" y="145905"/>
                  </a:lnTo>
                  <a:lnTo>
                    <a:pt x="1600707" y="150750"/>
                  </a:lnTo>
                  <a:close/>
                </a:path>
                <a:path w="2470784" h="4259580">
                  <a:moveTo>
                    <a:pt x="1617249" y="119172"/>
                  </a:moveTo>
                  <a:lnTo>
                    <a:pt x="1614984" y="113747"/>
                  </a:lnTo>
                  <a:lnTo>
                    <a:pt x="1622369" y="116326"/>
                  </a:lnTo>
                  <a:lnTo>
                    <a:pt x="1617249" y="119172"/>
                  </a:lnTo>
                  <a:close/>
                </a:path>
                <a:path w="2470784" h="4259580">
                  <a:moveTo>
                    <a:pt x="1657717" y="181707"/>
                  </a:moveTo>
                  <a:lnTo>
                    <a:pt x="1658406" y="176095"/>
                  </a:lnTo>
                  <a:lnTo>
                    <a:pt x="1658505" y="178822"/>
                  </a:lnTo>
                  <a:lnTo>
                    <a:pt x="1657717" y="181707"/>
                  </a:lnTo>
                  <a:close/>
                </a:path>
                <a:path w="2470784" h="4259580">
                  <a:moveTo>
                    <a:pt x="1667957" y="151478"/>
                  </a:moveTo>
                  <a:lnTo>
                    <a:pt x="1661655" y="147284"/>
                  </a:lnTo>
                  <a:lnTo>
                    <a:pt x="1668253" y="149519"/>
                  </a:lnTo>
                  <a:lnTo>
                    <a:pt x="1667957" y="151478"/>
                  </a:lnTo>
                  <a:close/>
                </a:path>
                <a:path w="2470784" h="4259580">
                  <a:moveTo>
                    <a:pt x="1553347" y="202523"/>
                  </a:moveTo>
                  <a:lnTo>
                    <a:pt x="1537888" y="200209"/>
                  </a:lnTo>
                  <a:lnTo>
                    <a:pt x="1539759" y="191327"/>
                  </a:lnTo>
                  <a:lnTo>
                    <a:pt x="1544584" y="187399"/>
                  </a:lnTo>
                  <a:lnTo>
                    <a:pt x="1542319" y="182288"/>
                  </a:lnTo>
                  <a:lnTo>
                    <a:pt x="1551477" y="173938"/>
                  </a:lnTo>
                  <a:lnTo>
                    <a:pt x="1556990" y="193208"/>
                  </a:lnTo>
                  <a:lnTo>
                    <a:pt x="1553347" y="202523"/>
                  </a:lnTo>
                  <a:close/>
                </a:path>
                <a:path w="2470784" h="4259580">
                  <a:moveTo>
                    <a:pt x="1526073" y="126517"/>
                  </a:moveTo>
                  <a:lnTo>
                    <a:pt x="1524793" y="119704"/>
                  </a:lnTo>
                  <a:lnTo>
                    <a:pt x="1535624" y="123475"/>
                  </a:lnTo>
                  <a:lnTo>
                    <a:pt x="1526073" y="126517"/>
                  </a:lnTo>
                  <a:close/>
                </a:path>
                <a:path w="2470784" h="4259580">
                  <a:moveTo>
                    <a:pt x="1508743" y="91818"/>
                  </a:moveTo>
                  <a:lnTo>
                    <a:pt x="1503721" y="90706"/>
                  </a:lnTo>
                  <a:lnTo>
                    <a:pt x="1503131" y="84128"/>
                  </a:lnTo>
                  <a:lnTo>
                    <a:pt x="1512682" y="89012"/>
                  </a:lnTo>
                  <a:lnTo>
                    <a:pt x="1508743" y="91818"/>
                  </a:lnTo>
                  <a:close/>
                </a:path>
                <a:path w="2470784" h="4259580">
                  <a:moveTo>
                    <a:pt x="1583870" y="252021"/>
                  </a:moveTo>
                  <a:lnTo>
                    <a:pt x="1577962" y="245247"/>
                  </a:lnTo>
                  <a:lnTo>
                    <a:pt x="1580916" y="238985"/>
                  </a:lnTo>
                  <a:lnTo>
                    <a:pt x="1578356" y="231747"/>
                  </a:lnTo>
                  <a:lnTo>
                    <a:pt x="1606320" y="240136"/>
                  </a:lnTo>
                  <a:lnTo>
                    <a:pt x="1605361" y="243947"/>
                  </a:lnTo>
                  <a:lnTo>
                    <a:pt x="1592436" y="243947"/>
                  </a:lnTo>
                  <a:lnTo>
                    <a:pt x="1583870" y="252021"/>
                  </a:lnTo>
                  <a:close/>
                </a:path>
                <a:path w="2470784" h="4259580">
                  <a:moveTo>
                    <a:pt x="1604547" y="247177"/>
                  </a:moveTo>
                  <a:lnTo>
                    <a:pt x="1592436" y="243947"/>
                  </a:lnTo>
                  <a:lnTo>
                    <a:pt x="1605361" y="243947"/>
                  </a:lnTo>
                  <a:lnTo>
                    <a:pt x="1604547" y="247177"/>
                  </a:lnTo>
                  <a:close/>
                </a:path>
                <a:path w="2470784" h="4259580">
                  <a:moveTo>
                    <a:pt x="1564277" y="179590"/>
                  </a:moveTo>
                  <a:lnTo>
                    <a:pt x="1564769" y="174706"/>
                  </a:lnTo>
                  <a:lnTo>
                    <a:pt x="1570283" y="169714"/>
                  </a:lnTo>
                  <a:lnTo>
                    <a:pt x="1576289" y="176282"/>
                  </a:lnTo>
                  <a:lnTo>
                    <a:pt x="1564277" y="179590"/>
                  </a:lnTo>
                  <a:close/>
                </a:path>
                <a:path w="2470784" h="4259580">
                  <a:moveTo>
                    <a:pt x="1569399" y="223334"/>
                  </a:moveTo>
                  <a:lnTo>
                    <a:pt x="1566248" y="212375"/>
                  </a:lnTo>
                  <a:lnTo>
                    <a:pt x="1575504" y="213910"/>
                  </a:lnTo>
                  <a:lnTo>
                    <a:pt x="1569399" y="223334"/>
                  </a:lnTo>
                  <a:close/>
                </a:path>
                <a:path w="2470784" h="4259580">
                  <a:moveTo>
                    <a:pt x="1565852" y="147205"/>
                  </a:moveTo>
                  <a:lnTo>
                    <a:pt x="1563784" y="137053"/>
                  </a:lnTo>
                  <a:lnTo>
                    <a:pt x="1574910" y="145442"/>
                  </a:lnTo>
                  <a:lnTo>
                    <a:pt x="1565852" y="147205"/>
                  </a:lnTo>
                  <a:close/>
                </a:path>
                <a:path w="2470784" h="4259580">
                  <a:moveTo>
                    <a:pt x="1562996" y="134473"/>
                  </a:moveTo>
                  <a:lnTo>
                    <a:pt x="1546750" y="134011"/>
                  </a:lnTo>
                  <a:lnTo>
                    <a:pt x="1545175" y="131785"/>
                  </a:lnTo>
                  <a:lnTo>
                    <a:pt x="1545453" y="126901"/>
                  </a:lnTo>
                  <a:lnTo>
                    <a:pt x="1545470" y="126596"/>
                  </a:lnTo>
                  <a:lnTo>
                    <a:pt x="1562012" y="118896"/>
                  </a:lnTo>
                  <a:lnTo>
                    <a:pt x="1562580" y="126596"/>
                  </a:lnTo>
                  <a:lnTo>
                    <a:pt x="1562856" y="131785"/>
                  </a:lnTo>
                  <a:lnTo>
                    <a:pt x="1562972" y="134011"/>
                  </a:lnTo>
                  <a:lnTo>
                    <a:pt x="1562996" y="134473"/>
                  </a:lnTo>
                  <a:close/>
                </a:path>
                <a:path w="2470784" h="4259580">
                  <a:moveTo>
                    <a:pt x="1504904" y="114554"/>
                  </a:moveTo>
                  <a:lnTo>
                    <a:pt x="1502738" y="112781"/>
                  </a:lnTo>
                  <a:lnTo>
                    <a:pt x="1505790" y="96436"/>
                  </a:lnTo>
                  <a:lnTo>
                    <a:pt x="1516818" y="103398"/>
                  </a:lnTo>
                  <a:lnTo>
                    <a:pt x="1504904" y="114554"/>
                  </a:lnTo>
                  <a:close/>
                </a:path>
                <a:path w="2470784" h="4259580">
                  <a:moveTo>
                    <a:pt x="1076689" y="170827"/>
                  </a:moveTo>
                  <a:lnTo>
                    <a:pt x="1074917" y="166829"/>
                  </a:lnTo>
                  <a:lnTo>
                    <a:pt x="1077378" y="168631"/>
                  </a:lnTo>
                  <a:lnTo>
                    <a:pt x="1076689" y="170827"/>
                  </a:lnTo>
                  <a:close/>
                </a:path>
                <a:path w="2470784" h="4259580">
                  <a:moveTo>
                    <a:pt x="2456350" y="1472212"/>
                  </a:moveTo>
                  <a:lnTo>
                    <a:pt x="2462948" y="1469258"/>
                  </a:lnTo>
                  <a:lnTo>
                    <a:pt x="2464129" y="1471522"/>
                  </a:lnTo>
                  <a:lnTo>
                    <a:pt x="2456350" y="1472212"/>
                  </a:lnTo>
                  <a:close/>
                </a:path>
                <a:path w="2470784" h="4259580">
                  <a:moveTo>
                    <a:pt x="2470628" y="1599823"/>
                  </a:moveTo>
                  <a:lnTo>
                    <a:pt x="2469348" y="1598050"/>
                  </a:lnTo>
                  <a:lnTo>
                    <a:pt x="2467870" y="1594899"/>
                  </a:lnTo>
                  <a:lnTo>
                    <a:pt x="2470628" y="1599823"/>
                  </a:lnTo>
                  <a:close/>
                </a:path>
                <a:path w="2470784" h="4259580">
                  <a:moveTo>
                    <a:pt x="87041" y="3546875"/>
                  </a:moveTo>
                  <a:lnTo>
                    <a:pt x="81724" y="3542444"/>
                  </a:lnTo>
                  <a:lnTo>
                    <a:pt x="79951" y="3529545"/>
                  </a:lnTo>
                  <a:lnTo>
                    <a:pt x="84678" y="3523244"/>
                  </a:lnTo>
                  <a:lnTo>
                    <a:pt x="1577078" y="3314596"/>
                  </a:lnTo>
                  <a:lnTo>
                    <a:pt x="1599133" y="3314793"/>
                  </a:lnTo>
                  <a:lnTo>
                    <a:pt x="1601987" y="3316664"/>
                  </a:lnTo>
                  <a:lnTo>
                    <a:pt x="1605434" y="3329957"/>
                  </a:lnTo>
                  <a:lnTo>
                    <a:pt x="1600806" y="3336160"/>
                  </a:lnTo>
                  <a:lnTo>
                    <a:pt x="87041" y="3546875"/>
                  </a:lnTo>
                  <a:close/>
                </a:path>
                <a:path w="2470784" h="4259580">
                  <a:moveTo>
                    <a:pt x="87042" y="3840401"/>
                  </a:moveTo>
                  <a:lnTo>
                    <a:pt x="81725" y="3835970"/>
                  </a:lnTo>
                  <a:lnTo>
                    <a:pt x="79952" y="3823071"/>
                  </a:lnTo>
                  <a:lnTo>
                    <a:pt x="84679" y="3816867"/>
                  </a:lnTo>
                  <a:lnTo>
                    <a:pt x="1597361" y="3605266"/>
                  </a:lnTo>
                  <a:lnTo>
                    <a:pt x="1603565" y="3610091"/>
                  </a:lnTo>
                  <a:lnTo>
                    <a:pt x="1605435" y="3623482"/>
                  </a:lnTo>
                  <a:lnTo>
                    <a:pt x="1600808" y="3629784"/>
                  </a:lnTo>
                  <a:lnTo>
                    <a:pt x="87042" y="3840401"/>
                  </a:lnTo>
                  <a:close/>
                </a:path>
                <a:path w="2470784" h="4259580">
                  <a:moveTo>
                    <a:pt x="1153590" y="4259075"/>
                  </a:moveTo>
                  <a:lnTo>
                    <a:pt x="527957" y="4259075"/>
                  </a:lnTo>
                  <a:lnTo>
                    <a:pt x="501856" y="4238963"/>
                  </a:lnTo>
                  <a:lnTo>
                    <a:pt x="481680" y="4212944"/>
                  </a:lnTo>
                  <a:lnTo>
                    <a:pt x="468667" y="4182198"/>
                  </a:lnTo>
                  <a:lnTo>
                    <a:pt x="464055" y="4147907"/>
                  </a:lnTo>
                  <a:lnTo>
                    <a:pt x="464055" y="4021675"/>
                  </a:lnTo>
                  <a:lnTo>
                    <a:pt x="1275487" y="4021675"/>
                  </a:lnTo>
                  <a:lnTo>
                    <a:pt x="1275487" y="4137175"/>
                  </a:lnTo>
                  <a:lnTo>
                    <a:pt x="1265897" y="4184593"/>
                  </a:lnTo>
                  <a:lnTo>
                    <a:pt x="1239757" y="4223344"/>
                  </a:lnTo>
                  <a:lnTo>
                    <a:pt x="1201007" y="4249485"/>
                  </a:lnTo>
                  <a:lnTo>
                    <a:pt x="1153590" y="4259075"/>
                  </a:lnTo>
                  <a:close/>
                </a:path>
                <a:path w="2470784" h="4259580">
                  <a:moveTo>
                    <a:pt x="1625816" y="3187576"/>
                  </a:moveTo>
                  <a:lnTo>
                    <a:pt x="1617250" y="3183932"/>
                  </a:lnTo>
                  <a:lnTo>
                    <a:pt x="1634088" y="3178911"/>
                  </a:lnTo>
                  <a:lnTo>
                    <a:pt x="1625816" y="3187576"/>
                  </a:lnTo>
                  <a:close/>
                </a:path>
                <a:path w="2470784" h="4259580">
                  <a:moveTo>
                    <a:pt x="1699074" y="293293"/>
                  </a:moveTo>
                  <a:lnTo>
                    <a:pt x="1697203" y="288793"/>
                  </a:lnTo>
                  <a:lnTo>
                    <a:pt x="1699664" y="281793"/>
                  </a:lnTo>
                  <a:lnTo>
                    <a:pt x="1704292" y="281340"/>
                  </a:lnTo>
                  <a:lnTo>
                    <a:pt x="1705474" y="275186"/>
                  </a:lnTo>
                  <a:lnTo>
                    <a:pt x="1715911" y="282876"/>
                  </a:lnTo>
                  <a:lnTo>
                    <a:pt x="1699074" y="293293"/>
                  </a:lnTo>
                  <a:close/>
                </a:path>
                <a:path w="2470784" h="4259580">
                  <a:moveTo>
                    <a:pt x="1721916" y="301243"/>
                  </a:moveTo>
                  <a:lnTo>
                    <a:pt x="1717485" y="295513"/>
                  </a:lnTo>
                  <a:lnTo>
                    <a:pt x="1723589" y="287281"/>
                  </a:lnTo>
                  <a:lnTo>
                    <a:pt x="1751486" y="275186"/>
                  </a:lnTo>
                  <a:lnTo>
                    <a:pt x="1733731" y="292047"/>
                  </a:lnTo>
                  <a:lnTo>
                    <a:pt x="1721916" y="301243"/>
                  </a:lnTo>
                  <a:close/>
                </a:path>
                <a:path w="2470784" h="4259580">
                  <a:moveTo>
                    <a:pt x="1715908" y="306452"/>
                  </a:moveTo>
                  <a:lnTo>
                    <a:pt x="1718173" y="298535"/>
                  </a:lnTo>
                  <a:lnTo>
                    <a:pt x="1720930" y="304758"/>
                  </a:lnTo>
                  <a:lnTo>
                    <a:pt x="1715908" y="306452"/>
                  </a:lnTo>
                  <a:close/>
                </a:path>
                <a:path w="2470784" h="4259580">
                  <a:moveTo>
                    <a:pt x="1730483" y="318106"/>
                  </a:moveTo>
                  <a:lnTo>
                    <a:pt x="1730779" y="308024"/>
                  </a:lnTo>
                  <a:lnTo>
                    <a:pt x="1737179" y="306261"/>
                  </a:lnTo>
                  <a:lnTo>
                    <a:pt x="1739812" y="317417"/>
                  </a:lnTo>
                  <a:lnTo>
                    <a:pt x="1741583" y="317417"/>
                  </a:lnTo>
                  <a:lnTo>
                    <a:pt x="1730483" y="318106"/>
                  </a:lnTo>
                  <a:close/>
                </a:path>
                <a:path w="2470784" h="4259580">
                  <a:moveTo>
                    <a:pt x="1689288" y="317417"/>
                  </a:moveTo>
                  <a:lnTo>
                    <a:pt x="1688287" y="317417"/>
                  </a:lnTo>
                  <a:lnTo>
                    <a:pt x="1690703" y="307298"/>
                  </a:lnTo>
                  <a:lnTo>
                    <a:pt x="1696413" y="307032"/>
                  </a:lnTo>
                  <a:lnTo>
                    <a:pt x="1699663" y="315530"/>
                  </a:lnTo>
                  <a:lnTo>
                    <a:pt x="1689288" y="317417"/>
                  </a:lnTo>
                  <a:close/>
                </a:path>
                <a:path w="2470784" h="4259580">
                  <a:moveTo>
                    <a:pt x="1739837" y="336185"/>
                  </a:moveTo>
                  <a:lnTo>
                    <a:pt x="1745253" y="323995"/>
                  </a:lnTo>
                  <a:lnTo>
                    <a:pt x="1751850" y="317417"/>
                  </a:lnTo>
                  <a:lnTo>
                    <a:pt x="1749487" y="325334"/>
                  </a:lnTo>
                  <a:lnTo>
                    <a:pt x="1739837" y="336185"/>
                  </a:lnTo>
                  <a:close/>
                </a:path>
                <a:path w="2470784" h="4259580">
                  <a:moveTo>
                    <a:pt x="1726936" y="352986"/>
                  </a:moveTo>
                  <a:lnTo>
                    <a:pt x="1724509" y="333726"/>
                  </a:lnTo>
                  <a:lnTo>
                    <a:pt x="1724474" y="333451"/>
                  </a:lnTo>
                  <a:lnTo>
                    <a:pt x="1731170" y="333726"/>
                  </a:lnTo>
                  <a:lnTo>
                    <a:pt x="1726936" y="352986"/>
                  </a:lnTo>
                  <a:close/>
                </a:path>
                <a:path w="2470784" h="4259580">
                  <a:moveTo>
                    <a:pt x="1704979" y="377523"/>
                  </a:moveTo>
                  <a:lnTo>
                    <a:pt x="1690998" y="355762"/>
                  </a:lnTo>
                  <a:lnTo>
                    <a:pt x="1697398" y="352217"/>
                  </a:lnTo>
                  <a:lnTo>
                    <a:pt x="1704783" y="367775"/>
                  </a:lnTo>
                  <a:lnTo>
                    <a:pt x="1704979" y="377523"/>
                  </a:lnTo>
                  <a:close/>
                </a:path>
                <a:path w="2470784" h="4259580">
                  <a:moveTo>
                    <a:pt x="1673669" y="276991"/>
                  </a:moveTo>
                  <a:lnTo>
                    <a:pt x="1673866" y="269261"/>
                  </a:lnTo>
                  <a:lnTo>
                    <a:pt x="1678592" y="275149"/>
                  </a:lnTo>
                  <a:lnTo>
                    <a:pt x="1673669" y="276991"/>
                  </a:lnTo>
                  <a:close/>
                </a:path>
                <a:path w="2470784" h="4259580">
                  <a:moveTo>
                    <a:pt x="1685681" y="264909"/>
                  </a:moveTo>
                  <a:lnTo>
                    <a:pt x="1677312" y="261640"/>
                  </a:lnTo>
                  <a:lnTo>
                    <a:pt x="1679675" y="251912"/>
                  </a:lnTo>
                  <a:lnTo>
                    <a:pt x="1688832" y="253832"/>
                  </a:lnTo>
                  <a:lnTo>
                    <a:pt x="1685681" y="264909"/>
                  </a:lnTo>
                  <a:close/>
                </a:path>
                <a:path w="2470784" h="4259580">
                  <a:moveTo>
                    <a:pt x="1675638" y="618252"/>
                  </a:moveTo>
                  <a:lnTo>
                    <a:pt x="1673767" y="614313"/>
                  </a:lnTo>
                  <a:lnTo>
                    <a:pt x="1676327" y="616085"/>
                  </a:lnTo>
                  <a:lnTo>
                    <a:pt x="1675638" y="618252"/>
                  </a:lnTo>
                  <a:close/>
                </a:path>
                <a:path w="2470784" h="4259580">
                  <a:moveTo>
                    <a:pt x="1364102" y="3189081"/>
                  </a:moveTo>
                  <a:lnTo>
                    <a:pt x="1360951" y="3187408"/>
                  </a:lnTo>
                  <a:lnTo>
                    <a:pt x="1364496" y="3180023"/>
                  </a:lnTo>
                  <a:lnTo>
                    <a:pt x="1364174" y="3187408"/>
                  </a:lnTo>
                  <a:lnTo>
                    <a:pt x="1364102" y="3189081"/>
                  </a:lnTo>
                  <a:close/>
                </a:path>
                <a:path w="2470784" h="4259580">
                  <a:moveTo>
                    <a:pt x="1378280" y="3199519"/>
                  </a:moveTo>
                  <a:lnTo>
                    <a:pt x="1382121" y="3192725"/>
                  </a:lnTo>
                  <a:lnTo>
                    <a:pt x="1383597" y="3198140"/>
                  </a:lnTo>
                  <a:lnTo>
                    <a:pt x="1378280" y="3199519"/>
                  </a:lnTo>
                  <a:close/>
                </a:path>
                <a:path w="2470784" h="4259580">
                  <a:moveTo>
                    <a:pt x="1953104" y="437666"/>
                  </a:moveTo>
                  <a:lnTo>
                    <a:pt x="1949756" y="431955"/>
                  </a:lnTo>
                  <a:lnTo>
                    <a:pt x="1955763" y="436879"/>
                  </a:lnTo>
                  <a:lnTo>
                    <a:pt x="1953104" y="437666"/>
                  </a:lnTo>
                  <a:close/>
                </a:path>
                <a:path w="2470784" h="4259580">
                  <a:moveTo>
                    <a:pt x="1948476" y="457950"/>
                  </a:moveTo>
                  <a:lnTo>
                    <a:pt x="1939221" y="451353"/>
                  </a:lnTo>
                  <a:lnTo>
                    <a:pt x="1947984" y="448104"/>
                  </a:lnTo>
                  <a:lnTo>
                    <a:pt x="1948476" y="457950"/>
                  </a:lnTo>
                  <a:close/>
                </a:path>
                <a:path w="2470784" h="4259580">
                  <a:moveTo>
                    <a:pt x="1940797" y="432152"/>
                  </a:moveTo>
                  <a:lnTo>
                    <a:pt x="1941092" y="429888"/>
                  </a:lnTo>
                  <a:lnTo>
                    <a:pt x="1944538" y="429888"/>
                  </a:lnTo>
                  <a:lnTo>
                    <a:pt x="1940797" y="432152"/>
                  </a:lnTo>
                  <a:close/>
                </a:path>
                <a:path w="2470784" h="4259580">
                  <a:moveTo>
                    <a:pt x="1994448" y="634104"/>
                  </a:moveTo>
                  <a:lnTo>
                    <a:pt x="1987272" y="634104"/>
                  </a:lnTo>
                  <a:lnTo>
                    <a:pt x="1994657" y="626326"/>
                  </a:lnTo>
                  <a:lnTo>
                    <a:pt x="1998201" y="627310"/>
                  </a:lnTo>
                  <a:lnTo>
                    <a:pt x="1998299" y="632234"/>
                  </a:lnTo>
                  <a:lnTo>
                    <a:pt x="1994448" y="634104"/>
                  </a:lnTo>
                  <a:close/>
                </a:path>
                <a:path w="2470784" h="4259580">
                  <a:moveTo>
                    <a:pt x="1974176" y="643951"/>
                  </a:moveTo>
                  <a:lnTo>
                    <a:pt x="1975228" y="634104"/>
                  </a:lnTo>
                  <a:lnTo>
                    <a:pt x="1975259" y="633809"/>
                  </a:lnTo>
                  <a:lnTo>
                    <a:pt x="1987272" y="634104"/>
                  </a:lnTo>
                  <a:lnTo>
                    <a:pt x="1994448" y="634104"/>
                  </a:lnTo>
                  <a:lnTo>
                    <a:pt x="1974176" y="643951"/>
                  </a:lnTo>
                  <a:close/>
                </a:path>
                <a:path w="2470784" h="4259580">
                  <a:moveTo>
                    <a:pt x="1966496" y="464646"/>
                  </a:moveTo>
                  <a:lnTo>
                    <a:pt x="1957043" y="447414"/>
                  </a:lnTo>
                  <a:lnTo>
                    <a:pt x="1969745" y="453322"/>
                  </a:lnTo>
                  <a:lnTo>
                    <a:pt x="1966496" y="464646"/>
                  </a:lnTo>
                  <a:close/>
                </a:path>
                <a:path w="2470784" h="4259580">
                  <a:moveTo>
                    <a:pt x="1992982" y="604959"/>
                  </a:moveTo>
                  <a:lnTo>
                    <a:pt x="1985007" y="598263"/>
                  </a:lnTo>
                  <a:lnTo>
                    <a:pt x="1993179" y="600823"/>
                  </a:lnTo>
                  <a:lnTo>
                    <a:pt x="1993113" y="602200"/>
                  </a:lnTo>
                  <a:lnTo>
                    <a:pt x="1993020" y="604169"/>
                  </a:lnTo>
                  <a:lnTo>
                    <a:pt x="1992982" y="604959"/>
                  </a:lnTo>
                  <a:close/>
                </a:path>
                <a:path w="2470784" h="4259580">
                  <a:moveTo>
                    <a:pt x="1986583" y="609289"/>
                  </a:moveTo>
                  <a:lnTo>
                    <a:pt x="1979986" y="604169"/>
                  </a:lnTo>
                  <a:lnTo>
                    <a:pt x="1983531" y="602200"/>
                  </a:lnTo>
                  <a:lnTo>
                    <a:pt x="1986583" y="609289"/>
                  </a:lnTo>
                  <a:close/>
                </a:path>
                <a:path w="2470784" h="4259580">
                  <a:moveTo>
                    <a:pt x="2004601" y="697516"/>
                  </a:moveTo>
                  <a:lnTo>
                    <a:pt x="1999776" y="693775"/>
                  </a:lnTo>
                  <a:lnTo>
                    <a:pt x="2002730" y="692101"/>
                  </a:lnTo>
                  <a:lnTo>
                    <a:pt x="2004601" y="697516"/>
                  </a:lnTo>
                  <a:close/>
                </a:path>
                <a:path w="2470784" h="4259580">
                  <a:moveTo>
                    <a:pt x="1975456" y="421912"/>
                  </a:moveTo>
                  <a:lnTo>
                    <a:pt x="1967677" y="413148"/>
                  </a:lnTo>
                  <a:lnTo>
                    <a:pt x="1971222" y="412065"/>
                  </a:lnTo>
                  <a:lnTo>
                    <a:pt x="1975456" y="421912"/>
                  </a:lnTo>
                  <a:close/>
                </a:path>
                <a:path w="2470784" h="4259580">
                  <a:moveTo>
                    <a:pt x="1991998" y="439340"/>
                  </a:moveTo>
                  <a:lnTo>
                    <a:pt x="1982250" y="429888"/>
                  </a:lnTo>
                  <a:lnTo>
                    <a:pt x="1988748" y="424767"/>
                  </a:lnTo>
                  <a:lnTo>
                    <a:pt x="1992982" y="430183"/>
                  </a:lnTo>
                  <a:lnTo>
                    <a:pt x="1991998" y="439340"/>
                  </a:lnTo>
                  <a:close/>
                </a:path>
                <a:path w="2470784" h="4259580">
                  <a:moveTo>
                    <a:pt x="1989437" y="548144"/>
                  </a:moveTo>
                  <a:lnTo>
                    <a:pt x="1984809" y="539775"/>
                  </a:lnTo>
                  <a:lnTo>
                    <a:pt x="1995641" y="541055"/>
                  </a:lnTo>
                  <a:lnTo>
                    <a:pt x="1989437" y="548144"/>
                  </a:lnTo>
                  <a:close/>
                </a:path>
                <a:path w="2470784" h="4259580">
                  <a:moveTo>
                    <a:pt x="1764352" y="279649"/>
                  </a:moveTo>
                  <a:lnTo>
                    <a:pt x="1751946" y="276449"/>
                  </a:lnTo>
                  <a:lnTo>
                    <a:pt x="1762284" y="271644"/>
                  </a:lnTo>
                  <a:lnTo>
                    <a:pt x="1764352" y="279649"/>
                  </a:lnTo>
                  <a:close/>
                </a:path>
                <a:path w="2470784" h="4259580">
                  <a:moveTo>
                    <a:pt x="1759527" y="257258"/>
                  </a:moveTo>
                  <a:lnTo>
                    <a:pt x="1752438" y="253487"/>
                  </a:lnTo>
                  <a:lnTo>
                    <a:pt x="1758641" y="252955"/>
                  </a:lnTo>
                  <a:lnTo>
                    <a:pt x="1759527" y="257258"/>
                  </a:lnTo>
                  <a:close/>
                </a:path>
                <a:path w="2470784" h="4259580">
                  <a:moveTo>
                    <a:pt x="1918938" y="499404"/>
                  </a:moveTo>
                  <a:lnTo>
                    <a:pt x="1923664" y="489656"/>
                  </a:lnTo>
                  <a:lnTo>
                    <a:pt x="1927898" y="490739"/>
                  </a:lnTo>
                  <a:lnTo>
                    <a:pt x="1918938" y="499404"/>
                  </a:lnTo>
                  <a:close/>
                </a:path>
                <a:path w="2470784" h="4259580">
                  <a:moveTo>
                    <a:pt x="1890483" y="567641"/>
                  </a:moveTo>
                  <a:lnTo>
                    <a:pt x="1890483" y="560945"/>
                  </a:lnTo>
                  <a:lnTo>
                    <a:pt x="1900920" y="567050"/>
                  </a:lnTo>
                  <a:lnTo>
                    <a:pt x="1890483" y="567641"/>
                  </a:lnTo>
                  <a:close/>
                </a:path>
                <a:path w="2470784" h="4259580">
                  <a:moveTo>
                    <a:pt x="1881916" y="501373"/>
                  </a:moveTo>
                  <a:lnTo>
                    <a:pt x="1887923" y="497435"/>
                  </a:lnTo>
                  <a:lnTo>
                    <a:pt x="1889400" y="499502"/>
                  </a:lnTo>
                  <a:lnTo>
                    <a:pt x="1881916" y="501373"/>
                  </a:lnTo>
                  <a:close/>
                </a:path>
                <a:path w="2470784" h="4259580">
                  <a:moveTo>
                    <a:pt x="1773903" y="363424"/>
                  </a:moveTo>
                  <a:lnTo>
                    <a:pt x="1772918" y="330950"/>
                  </a:lnTo>
                  <a:lnTo>
                    <a:pt x="1782076" y="330497"/>
                  </a:lnTo>
                  <a:lnTo>
                    <a:pt x="1780796" y="349146"/>
                  </a:lnTo>
                  <a:lnTo>
                    <a:pt x="1790346" y="359977"/>
                  </a:lnTo>
                  <a:lnTo>
                    <a:pt x="1773903" y="363424"/>
                  </a:lnTo>
                  <a:close/>
                </a:path>
                <a:path w="2470784" h="4259580">
                  <a:moveTo>
                    <a:pt x="2025179" y="567542"/>
                  </a:moveTo>
                  <a:lnTo>
                    <a:pt x="2023801" y="557302"/>
                  </a:lnTo>
                  <a:lnTo>
                    <a:pt x="2038078" y="556809"/>
                  </a:lnTo>
                  <a:lnTo>
                    <a:pt x="2025179" y="567542"/>
                  </a:lnTo>
                  <a:close/>
                </a:path>
                <a:path w="2470784" h="4259580">
                  <a:moveTo>
                    <a:pt x="2110941" y="664432"/>
                  </a:moveTo>
                  <a:lnTo>
                    <a:pt x="2105938" y="664432"/>
                  </a:lnTo>
                  <a:lnTo>
                    <a:pt x="2108578" y="660001"/>
                  </a:lnTo>
                  <a:lnTo>
                    <a:pt x="2110941" y="664432"/>
                  </a:lnTo>
                  <a:close/>
                </a:path>
                <a:path w="2470784" h="4259580">
                  <a:moveTo>
                    <a:pt x="2163618" y="674180"/>
                  </a:moveTo>
                  <a:lnTo>
                    <a:pt x="2158301" y="665121"/>
                  </a:lnTo>
                  <a:lnTo>
                    <a:pt x="2164603" y="657638"/>
                  </a:lnTo>
                  <a:lnTo>
                    <a:pt x="2169034" y="669158"/>
                  </a:lnTo>
                  <a:lnTo>
                    <a:pt x="2163618" y="674180"/>
                  </a:lnTo>
                  <a:close/>
                </a:path>
                <a:path w="2470784" h="4259580">
                  <a:moveTo>
                    <a:pt x="2149833" y="607815"/>
                  </a:moveTo>
                  <a:lnTo>
                    <a:pt x="2137033" y="605451"/>
                  </a:lnTo>
                  <a:lnTo>
                    <a:pt x="2145304" y="597771"/>
                  </a:lnTo>
                  <a:lnTo>
                    <a:pt x="2150621" y="600233"/>
                  </a:lnTo>
                  <a:lnTo>
                    <a:pt x="2149833" y="607815"/>
                  </a:lnTo>
                  <a:close/>
                </a:path>
                <a:path w="2470784" h="4259580">
                  <a:moveTo>
                    <a:pt x="2151409" y="671325"/>
                  </a:moveTo>
                  <a:lnTo>
                    <a:pt x="2145402" y="661970"/>
                  </a:lnTo>
                  <a:lnTo>
                    <a:pt x="2150424" y="658918"/>
                  </a:lnTo>
                  <a:lnTo>
                    <a:pt x="2157907" y="664531"/>
                  </a:lnTo>
                  <a:lnTo>
                    <a:pt x="2151409" y="671325"/>
                  </a:lnTo>
                  <a:close/>
                </a:path>
                <a:path w="2470784" h="4259580">
                  <a:moveTo>
                    <a:pt x="2018288" y="640899"/>
                  </a:moveTo>
                  <a:lnTo>
                    <a:pt x="2010706" y="629280"/>
                  </a:lnTo>
                  <a:lnTo>
                    <a:pt x="2012873" y="627705"/>
                  </a:lnTo>
                  <a:lnTo>
                    <a:pt x="2022128" y="632628"/>
                  </a:lnTo>
                  <a:lnTo>
                    <a:pt x="2018288" y="640899"/>
                  </a:lnTo>
                  <a:close/>
                </a:path>
                <a:path w="2470784" h="4259580">
                  <a:moveTo>
                    <a:pt x="2028036" y="483059"/>
                  </a:moveTo>
                  <a:lnTo>
                    <a:pt x="2020946" y="476954"/>
                  </a:lnTo>
                  <a:lnTo>
                    <a:pt x="2024097" y="476462"/>
                  </a:lnTo>
                  <a:lnTo>
                    <a:pt x="2028528" y="478136"/>
                  </a:lnTo>
                  <a:lnTo>
                    <a:pt x="2028036" y="483059"/>
                  </a:lnTo>
                  <a:close/>
                </a:path>
                <a:path w="2470784" h="4259580">
                  <a:moveTo>
                    <a:pt x="2058067" y="692101"/>
                  </a:moveTo>
                  <a:lnTo>
                    <a:pt x="2056393" y="684420"/>
                  </a:lnTo>
                  <a:lnTo>
                    <a:pt x="2060331" y="690525"/>
                  </a:lnTo>
                  <a:lnTo>
                    <a:pt x="2058067" y="692101"/>
                  </a:lnTo>
                  <a:close/>
                </a:path>
                <a:path w="2470784" h="4259580">
                  <a:moveTo>
                    <a:pt x="2099027" y="563604"/>
                  </a:moveTo>
                  <a:lnTo>
                    <a:pt x="2099618" y="552772"/>
                  </a:lnTo>
                  <a:lnTo>
                    <a:pt x="2097354" y="544403"/>
                  </a:lnTo>
                  <a:lnTo>
                    <a:pt x="2099520" y="537904"/>
                  </a:lnTo>
                  <a:lnTo>
                    <a:pt x="2107200" y="539184"/>
                  </a:lnTo>
                  <a:lnTo>
                    <a:pt x="2107149" y="544403"/>
                  </a:lnTo>
                  <a:lnTo>
                    <a:pt x="2107067" y="552772"/>
                  </a:lnTo>
                  <a:lnTo>
                    <a:pt x="2107003" y="559370"/>
                  </a:lnTo>
                  <a:lnTo>
                    <a:pt x="2099027" y="563604"/>
                  </a:lnTo>
                  <a:close/>
                </a:path>
                <a:path w="2470784" h="4259580">
                  <a:moveTo>
                    <a:pt x="2087803" y="520082"/>
                  </a:moveTo>
                  <a:lnTo>
                    <a:pt x="2087803" y="516045"/>
                  </a:lnTo>
                  <a:lnTo>
                    <a:pt x="2089871" y="514371"/>
                  </a:lnTo>
                  <a:lnTo>
                    <a:pt x="2087803" y="520082"/>
                  </a:lnTo>
                  <a:close/>
                </a:path>
                <a:path w="2470784" h="4259580">
                  <a:moveTo>
                    <a:pt x="2148259" y="561339"/>
                  </a:moveTo>
                  <a:lnTo>
                    <a:pt x="2136936" y="558385"/>
                  </a:lnTo>
                  <a:lnTo>
                    <a:pt x="2136837" y="551492"/>
                  </a:lnTo>
                  <a:lnTo>
                    <a:pt x="2152099" y="546963"/>
                  </a:lnTo>
                  <a:lnTo>
                    <a:pt x="2148259" y="561339"/>
                  </a:lnTo>
                  <a:close/>
                </a:path>
                <a:path w="2470784" h="4259580">
                  <a:moveTo>
                    <a:pt x="2075692" y="634696"/>
                  </a:moveTo>
                  <a:lnTo>
                    <a:pt x="2071360" y="633613"/>
                  </a:lnTo>
                  <a:lnTo>
                    <a:pt x="2067322" y="629576"/>
                  </a:lnTo>
                  <a:lnTo>
                    <a:pt x="2076283" y="619434"/>
                  </a:lnTo>
                  <a:lnTo>
                    <a:pt x="2075734" y="633613"/>
                  </a:lnTo>
                  <a:lnTo>
                    <a:pt x="2075692" y="634696"/>
                  </a:lnTo>
                  <a:close/>
                </a:path>
                <a:path w="2470784" h="4259580">
                  <a:moveTo>
                    <a:pt x="2117637" y="582805"/>
                  </a:moveTo>
                  <a:lnTo>
                    <a:pt x="2121674" y="573647"/>
                  </a:lnTo>
                  <a:lnTo>
                    <a:pt x="2123840" y="572761"/>
                  </a:lnTo>
                  <a:lnTo>
                    <a:pt x="2131225" y="580047"/>
                  </a:lnTo>
                  <a:lnTo>
                    <a:pt x="2117637" y="582805"/>
                  </a:lnTo>
                  <a:close/>
                </a:path>
                <a:path w="2470784" h="4259580">
                  <a:moveTo>
                    <a:pt x="2138511" y="637157"/>
                  </a:moveTo>
                  <a:lnTo>
                    <a:pt x="2128566" y="631742"/>
                  </a:lnTo>
                  <a:lnTo>
                    <a:pt x="2132012" y="629280"/>
                  </a:lnTo>
                  <a:lnTo>
                    <a:pt x="2138511" y="637157"/>
                  </a:lnTo>
                  <a:close/>
                </a:path>
                <a:path w="2470784" h="4259580">
                  <a:moveTo>
                    <a:pt x="2108381" y="523233"/>
                  </a:moveTo>
                  <a:lnTo>
                    <a:pt x="2107101" y="520870"/>
                  </a:lnTo>
                  <a:lnTo>
                    <a:pt x="2110646" y="516537"/>
                  </a:lnTo>
                  <a:lnTo>
                    <a:pt x="2114880" y="519984"/>
                  </a:lnTo>
                  <a:lnTo>
                    <a:pt x="2108381" y="523233"/>
                  </a:lnTo>
                  <a:close/>
                </a:path>
                <a:path w="2470784" h="4259580">
                  <a:moveTo>
                    <a:pt x="2113108" y="606337"/>
                  </a:moveTo>
                  <a:lnTo>
                    <a:pt x="2108283" y="600134"/>
                  </a:lnTo>
                  <a:lnTo>
                    <a:pt x="2114092" y="592749"/>
                  </a:lnTo>
                  <a:lnTo>
                    <a:pt x="2118917" y="585660"/>
                  </a:lnTo>
                  <a:lnTo>
                    <a:pt x="2123644" y="598165"/>
                  </a:lnTo>
                  <a:lnTo>
                    <a:pt x="2113108" y="606337"/>
                  </a:lnTo>
                  <a:close/>
                </a:path>
                <a:path w="2470784" h="4259580">
                  <a:moveTo>
                    <a:pt x="2070768" y="530618"/>
                  </a:moveTo>
                  <a:lnTo>
                    <a:pt x="2072935" y="518900"/>
                  </a:lnTo>
                  <a:lnTo>
                    <a:pt x="2080024" y="527762"/>
                  </a:lnTo>
                  <a:lnTo>
                    <a:pt x="2070768" y="530618"/>
                  </a:lnTo>
                  <a:close/>
                </a:path>
                <a:path w="2470784" h="4259580">
                  <a:moveTo>
                    <a:pt x="2025082" y="474493"/>
                  </a:moveTo>
                  <a:lnTo>
                    <a:pt x="2020651" y="459230"/>
                  </a:lnTo>
                  <a:lnTo>
                    <a:pt x="2033255" y="462972"/>
                  </a:lnTo>
                  <a:lnTo>
                    <a:pt x="2025082" y="474493"/>
                  </a:lnTo>
                  <a:close/>
                </a:path>
                <a:path w="2470784" h="4259580">
                  <a:moveTo>
                    <a:pt x="2017106" y="472031"/>
                  </a:moveTo>
                  <a:lnTo>
                    <a:pt x="2009426" y="462578"/>
                  </a:lnTo>
                  <a:lnTo>
                    <a:pt x="2020257" y="462184"/>
                  </a:lnTo>
                  <a:lnTo>
                    <a:pt x="2017106" y="472031"/>
                  </a:lnTo>
                  <a:close/>
                </a:path>
                <a:path w="2470784" h="4259580">
                  <a:moveTo>
                    <a:pt x="2043691" y="506494"/>
                  </a:moveTo>
                  <a:lnTo>
                    <a:pt x="2045365" y="484142"/>
                  </a:lnTo>
                  <a:lnTo>
                    <a:pt x="2050485" y="487096"/>
                  </a:lnTo>
                  <a:lnTo>
                    <a:pt x="2053439" y="502161"/>
                  </a:lnTo>
                  <a:lnTo>
                    <a:pt x="2043691" y="506494"/>
                  </a:lnTo>
                  <a:close/>
                </a:path>
                <a:path w="2470784" h="4259580">
                  <a:moveTo>
                    <a:pt x="2073132" y="699683"/>
                  </a:moveTo>
                  <a:lnTo>
                    <a:pt x="2057968" y="698796"/>
                  </a:lnTo>
                  <a:lnTo>
                    <a:pt x="2063088" y="695350"/>
                  </a:lnTo>
                  <a:lnTo>
                    <a:pt x="2065846" y="693282"/>
                  </a:lnTo>
                  <a:lnTo>
                    <a:pt x="2073132" y="699683"/>
                  </a:lnTo>
                  <a:close/>
                </a:path>
                <a:path w="2470784" h="4259580">
                  <a:moveTo>
                    <a:pt x="2184690" y="640702"/>
                  </a:moveTo>
                  <a:lnTo>
                    <a:pt x="2179767" y="631938"/>
                  </a:lnTo>
                  <a:lnTo>
                    <a:pt x="2185773" y="627310"/>
                  </a:lnTo>
                  <a:lnTo>
                    <a:pt x="2192567" y="638535"/>
                  </a:lnTo>
                  <a:lnTo>
                    <a:pt x="2184690" y="640702"/>
                  </a:lnTo>
                  <a:close/>
                </a:path>
                <a:path w="2470784" h="4259580">
                  <a:moveTo>
                    <a:pt x="2179668" y="689934"/>
                  </a:moveTo>
                  <a:lnTo>
                    <a:pt x="2175571" y="683140"/>
                  </a:lnTo>
                  <a:lnTo>
                    <a:pt x="2175810" y="683140"/>
                  </a:lnTo>
                  <a:lnTo>
                    <a:pt x="2191287" y="674672"/>
                  </a:lnTo>
                  <a:lnTo>
                    <a:pt x="2201428" y="672703"/>
                  </a:lnTo>
                  <a:lnTo>
                    <a:pt x="2200739" y="680383"/>
                  </a:lnTo>
                  <a:lnTo>
                    <a:pt x="2191188" y="683140"/>
                  </a:lnTo>
                  <a:lnTo>
                    <a:pt x="2179668" y="689934"/>
                  </a:lnTo>
                  <a:close/>
                </a:path>
                <a:path w="2470784" h="4259580">
                  <a:moveTo>
                    <a:pt x="2202315" y="660887"/>
                  </a:moveTo>
                  <a:lnTo>
                    <a:pt x="2198672" y="656358"/>
                  </a:lnTo>
                  <a:lnTo>
                    <a:pt x="2207829" y="654093"/>
                  </a:lnTo>
                  <a:lnTo>
                    <a:pt x="2202315" y="660887"/>
                  </a:lnTo>
                  <a:close/>
                </a:path>
                <a:path w="2470784" h="4259580">
                  <a:moveTo>
                    <a:pt x="2165096" y="582016"/>
                  </a:moveTo>
                  <a:lnTo>
                    <a:pt x="2154265" y="566853"/>
                  </a:lnTo>
                  <a:lnTo>
                    <a:pt x="2154757" y="564293"/>
                  </a:lnTo>
                  <a:lnTo>
                    <a:pt x="2171102" y="576995"/>
                  </a:lnTo>
                  <a:lnTo>
                    <a:pt x="2165096" y="582016"/>
                  </a:lnTo>
                  <a:close/>
                </a:path>
                <a:path w="2470784" h="4259580">
                  <a:moveTo>
                    <a:pt x="2174450" y="597771"/>
                  </a:moveTo>
                  <a:lnTo>
                    <a:pt x="2165391" y="594029"/>
                  </a:lnTo>
                  <a:lnTo>
                    <a:pt x="2165883" y="591961"/>
                  </a:lnTo>
                  <a:lnTo>
                    <a:pt x="2174450" y="597771"/>
                  </a:lnTo>
                  <a:close/>
                </a:path>
                <a:path w="2470784" h="4259580">
                  <a:moveTo>
                    <a:pt x="2222992" y="649957"/>
                  </a:moveTo>
                  <a:lnTo>
                    <a:pt x="2219841" y="642277"/>
                  </a:lnTo>
                  <a:lnTo>
                    <a:pt x="2218758" y="639914"/>
                  </a:lnTo>
                  <a:lnTo>
                    <a:pt x="2224764" y="631545"/>
                  </a:lnTo>
                  <a:lnTo>
                    <a:pt x="2232248" y="640702"/>
                  </a:lnTo>
                  <a:lnTo>
                    <a:pt x="2223977" y="644443"/>
                  </a:lnTo>
                  <a:lnTo>
                    <a:pt x="2222992" y="649957"/>
                  </a:lnTo>
                  <a:close/>
                </a:path>
                <a:path w="2470784" h="4259580">
                  <a:moveTo>
                    <a:pt x="2207435" y="697614"/>
                  </a:moveTo>
                  <a:lnTo>
                    <a:pt x="2212850" y="676248"/>
                  </a:lnTo>
                  <a:lnTo>
                    <a:pt x="2216100" y="673097"/>
                  </a:lnTo>
                  <a:lnTo>
                    <a:pt x="2225355" y="678020"/>
                  </a:lnTo>
                  <a:lnTo>
                    <a:pt x="2216100" y="688851"/>
                  </a:lnTo>
                  <a:lnTo>
                    <a:pt x="2215804" y="696335"/>
                  </a:lnTo>
                  <a:lnTo>
                    <a:pt x="2207435" y="697614"/>
                  </a:lnTo>
                  <a:close/>
                </a:path>
                <a:path w="2470784" h="4259580">
                  <a:moveTo>
                    <a:pt x="1545460" y="3205228"/>
                  </a:moveTo>
                  <a:lnTo>
                    <a:pt x="1542515" y="3205228"/>
                  </a:lnTo>
                  <a:lnTo>
                    <a:pt x="1555907" y="3199714"/>
                  </a:lnTo>
                  <a:lnTo>
                    <a:pt x="1545460" y="3205228"/>
                  </a:lnTo>
                  <a:close/>
                </a:path>
                <a:path w="2470784" h="4259580">
                  <a:moveTo>
                    <a:pt x="1476250" y="3205524"/>
                  </a:moveTo>
                  <a:lnTo>
                    <a:pt x="1467683" y="3205524"/>
                  </a:lnTo>
                  <a:lnTo>
                    <a:pt x="1467487" y="3198632"/>
                  </a:lnTo>
                  <a:lnTo>
                    <a:pt x="1482256" y="3197745"/>
                  </a:lnTo>
                  <a:lnTo>
                    <a:pt x="1476250" y="3205524"/>
                  </a:lnTo>
                  <a:close/>
                </a:path>
                <a:path w="2470784" h="4259580">
                  <a:moveTo>
                    <a:pt x="1579342" y="3195685"/>
                  </a:moveTo>
                  <a:lnTo>
                    <a:pt x="1574024" y="3194405"/>
                  </a:lnTo>
                  <a:lnTo>
                    <a:pt x="1570775" y="3185149"/>
                  </a:lnTo>
                  <a:lnTo>
                    <a:pt x="1575600" y="3177863"/>
                  </a:lnTo>
                  <a:lnTo>
                    <a:pt x="1583772" y="3183771"/>
                  </a:lnTo>
                  <a:lnTo>
                    <a:pt x="1579342" y="3195685"/>
                  </a:lnTo>
                  <a:close/>
                </a:path>
                <a:path w="2470784" h="4259580">
                  <a:moveTo>
                    <a:pt x="1561224" y="3202275"/>
                  </a:moveTo>
                  <a:lnTo>
                    <a:pt x="1559648" y="3191247"/>
                  </a:lnTo>
                  <a:lnTo>
                    <a:pt x="1566639" y="3189277"/>
                  </a:lnTo>
                  <a:lnTo>
                    <a:pt x="1571857" y="3198139"/>
                  </a:lnTo>
                  <a:lnTo>
                    <a:pt x="1561224" y="3202275"/>
                  </a:lnTo>
                  <a:close/>
                </a:path>
                <a:path w="2470784" h="4259580">
                  <a:moveTo>
                    <a:pt x="1587119" y="3200108"/>
                  </a:moveTo>
                  <a:lnTo>
                    <a:pt x="1587021" y="3195480"/>
                  </a:lnTo>
                  <a:lnTo>
                    <a:pt x="1601987" y="3196170"/>
                  </a:lnTo>
                  <a:lnTo>
                    <a:pt x="1587119" y="3200108"/>
                  </a:lnTo>
                  <a:close/>
                </a:path>
                <a:path w="2470784" h="4259580">
                  <a:moveTo>
                    <a:pt x="1961869" y="536622"/>
                  </a:moveTo>
                  <a:lnTo>
                    <a:pt x="1951530" y="518898"/>
                  </a:lnTo>
                  <a:lnTo>
                    <a:pt x="1932823" y="518701"/>
                  </a:lnTo>
                  <a:lnTo>
                    <a:pt x="1939715" y="500879"/>
                  </a:lnTo>
                  <a:lnTo>
                    <a:pt x="1967875" y="531600"/>
                  </a:lnTo>
                  <a:lnTo>
                    <a:pt x="1961869" y="536622"/>
                  </a:lnTo>
                  <a:close/>
                </a:path>
                <a:path w="2470784" h="4259580">
                  <a:moveTo>
                    <a:pt x="1954189" y="478331"/>
                  </a:moveTo>
                  <a:lnTo>
                    <a:pt x="1942374" y="472521"/>
                  </a:lnTo>
                  <a:lnTo>
                    <a:pt x="1942374" y="469272"/>
                  </a:lnTo>
                  <a:lnTo>
                    <a:pt x="1952220" y="464053"/>
                  </a:lnTo>
                  <a:lnTo>
                    <a:pt x="1954189" y="478331"/>
                  </a:lnTo>
                  <a:close/>
                </a:path>
                <a:path w="2470784" h="4259580">
                  <a:moveTo>
                    <a:pt x="1865868" y="414427"/>
                  </a:moveTo>
                  <a:lnTo>
                    <a:pt x="1850804" y="397491"/>
                  </a:lnTo>
                  <a:lnTo>
                    <a:pt x="1859035" y="397491"/>
                  </a:lnTo>
                  <a:lnTo>
                    <a:pt x="1865868" y="414427"/>
                  </a:lnTo>
                  <a:close/>
                </a:path>
                <a:path w="2470784" h="4259580">
                  <a:moveTo>
                    <a:pt x="1840760" y="524314"/>
                  </a:moveTo>
                  <a:lnTo>
                    <a:pt x="1826680" y="523231"/>
                  </a:lnTo>
                  <a:lnTo>
                    <a:pt x="1826089" y="509150"/>
                  </a:lnTo>
                  <a:lnTo>
                    <a:pt x="1835246" y="520375"/>
                  </a:lnTo>
                  <a:lnTo>
                    <a:pt x="1840760" y="524314"/>
                  </a:lnTo>
                  <a:close/>
                </a:path>
                <a:path w="2470784" h="4259580">
                  <a:moveTo>
                    <a:pt x="2034337" y="659507"/>
                  </a:moveTo>
                  <a:lnTo>
                    <a:pt x="2031975" y="653008"/>
                  </a:lnTo>
                  <a:lnTo>
                    <a:pt x="2035026" y="651531"/>
                  </a:lnTo>
                  <a:lnTo>
                    <a:pt x="2034337" y="659507"/>
                  </a:lnTo>
                  <a:close/>
                </a:path>
                <a:path w="2470784" h="4259580">
                  <a:moveTo>
                    <a:pt x="1981365" y="595308"/>
                  </a:moveTo>
                  <a:lnTo>
                    <a:pt x="1976442" y="586544"/>
                  </a:lnTo>
                  <a:lnTo>
                    <a:pt x="1985599" y="583787"/>
                  </a:lnTo>
                  <a:lnTo>
                    <a:pt x="1989340" y="593141"/>
                  </a:lnTo>
                  <a:lnTo>
                    <a:pt x="1981365" y="595308"/>
                  </a:lnTo>
                  <a:close/>
                </a:path>
                <a:path w="2470784" h="4259580">
                  <a:moveTo>
                    <a:pt x="1976835" y="567639"/>
                  </a:moveTo>
                  <a:lnTo>
                    <a:pt x="1971321" y="555823"/>
                  </a:lnTo>
                  <a:lnTo>
                    <a:pt x="1982152" y="558481"/>
                  </a:lnTo>
                  <a:lnTo>
                    <a:pt x="1976835" y="567639"/>
                  </a:lnTo>
                  <a:close/>
                </a:path>
                <a:path w="2470784" h="4259580">
                  <a:moveTo>
                    <a:pt x="1985796" y="692886"/>
                  </a:moveTo>
                  <a:lnTo>
                    <a:pt x="1974177" y="678117"/>
                  </a:lnTo>
                  <a:lnTo>
                    <a:pt x="1978312" y="675754"/>
                  </a:lnTo>
                  <a:lnTo>
                    <a:pt x="1985796" y="692886"/>
                  </a:lnTo>
                  <a:close/>
                </a:path>
                <a:path w="2470784" h="4259580">
                  <a:moveTo>
                    <a:pt x="1677016" y="346900"/>
                  </a:moveTo>
                  <a:lnTo>
                    <a:pt x="1674062" y="336285"/>
                  </a:lnTo>
                  <a:lnTo>
                    <a:pt x="1683515" y="339742"/>
                  </a:lnTo>
                  <a:lnTo>
                    <a:pt x="1677016" y="346900"/>
                  </a:lnTo>
                  <a:close/>
                </a:path>
                <a:path w="2470784" h="4259580">
                  <a:moveTo>
                    <a:pt x="1762285" y="348692"/>
                  </a:moveTo>
                  <a:lnTo>
                    <a:pt x="1758642" y="346821"/>
                  </a:lnTo>
                  <a:lnTo>
                    <a:pt x="1758149" y="344183"/>
                  </a:lnTo>
                  <a:lnTo>
                    <a:pt x="1762285" y="348692"/>
                  </a:lnTo>
                  <a:close/>
                </a:path>
                <a:path w="2470784" h="4259580">
                  <a:moveTo>
                    <a:pt x="2141564" y="655313"/>
                  </a:moveTo>
                  <a:lnTo>
                    <a:pt x="2140481" y="649799"/>
                  </a:lnTo>
                  <a:lnTo>
                    <a:pt x="2141465" y="652359"/>
                  </a:lnTo>
                  <a:lnTo>
                    <a:pt x="2141564" y="655313"/>
                  </a:lnTo>
                  <a:close/>
                </a:path>
                <a:path w="2470784" h="4259580">
                  <a:moveTo>
                    <a:pt x="2080812" y="690859"/>
                  </a:moveTo>
                  <a:lnTo>
                    <a:pt x="2078351" y="688004"/>
                  </a:lnTo>
                  <a:lnTo>
                    <a:pt x="2083077" y="682883"/>
                  </a:lnTo>
                  <a:lnTo>
                    <a:pt x="2080812" y="690859"/>
                  </a:lnTo>
                  <a:close/>
                </a:path>
                <a:path w="2470784" h="4259580">
                  <a:moveTo>
                    <a:pt x="2045366" y="693814"/>
                  </a:moveTo>
                  <a:lnTo>
                    <a:pt x="2036799" y="692140"/>
                  </a:lnTo>
                  <a:lnTo>
                    <a:pt x="2033167" y="692140"/>
                  </a:lnTo>
                  <a:lnTo>
                    <a:pt x="2032540" y="687906"/>
                  </a:lnTo>
                  <a:lnTo>
                    <a:pt x="2032467" y="687413"/>
                  </a:lnTo>
                  <a:lnTo>
                    <a:pt x="2036307" y="689973"/>
                  </a:lnTo>
                  <a:lnTo>
                    <a:pt x="2039861" y="689973"/>
                  </a:lnTo>
                  <a:lnTo>
                    <a:pt x="2042966" y="692140"/>
                  </a:lnTo>
                  <a:lnTo>
                    <a:pt x="2036799" y="692140"/>
                  </a:lnTo>
                  <a:lnTo>
                    <a:pt x="2033255" y="692730"/>
                  </a:lnTo>
                  <a:lnTo>
                    <a:pt x="2043813" y="692730"/>
                  </a:lnTo>
                  <a:lnTo>
                    <a:pt x="2045366" y="693814"/>
                  </a:lnTo>
                  <a:close/>
                </a:path>
                <a:path w="2470784" h="4259580">
                  <a:moveTo>
                    <a:pt x="2039861" y="689973"/>
                  </a:moveTo>
                  <a:lnTo>
                    <a:pt x="2036307" y="689973"/>
                  </a:lnTo>
                  <a:lnTo>
                    <a:pt x="2036898" y="687906"/>
                  </a:lnTo>
                  <a:lnTo>
                    <a:pt x="2039861" y="689973"/>
                  </a:lnTo>
                  <a:close/>
                </a:path>
                <a:path w="2470784" h="4259580">
                  <a:moveTo>
                    <a:pt x="1849524" y="528782"/>
                  </a:moveTo>
                  <a:lnTo>
                    <a:pt x="1850410" y="516573"/>
                  </a:lnTo>
                  <a:lnTo>
                    <a:pt x="1857007" y="514702"/>
                  </a:lnTo>
                  <a:lnTo>
                    <a:pt x="1849524" y="528782"/>
                  </a:lnTo>
                  <a:close/>
                </a:path>
                <a:path w="2470784" h="4259580">
                  <a:moveTo>
                    <a:pt x="1872466" y="589338"/>
                  </a:moveTo>
                  <a:lnTo>
                    <a:pt x="1864589" y="579886"/>
                  </a:lnTo>
                  <a:lnTo>
                    <a:pt x="1869217" y="573584"/>
                  </a:lnTo>
                  <a:lnTo>
                    <a:pt x="1872466" y="589338"/>
                  </a:lnTo>
                  <a:close/>
                </a:path>
                <a:path w="2470784" h="4259580">
                  <a:moveTo>
                    <a:pt x="1832786" y="551528"/>
                  </a:moveTo>
                  <a:lnTo>
                    <a:pt x="1828453" y="549263"/>
                  </a:lnTo>
                  <a:lnTo>
                    <a:pt x="1825893" y="542272"/>
                  </a:lnTo>
                  <a:lnTo>
                    <a:pt x="1834558" y="539515"/>
                  </a:lnTo>
                  <a:lnTo>
                    <a:pt x="1832786" y="551528"/>
                  </a:lnTo>
                  <a:close/>
                </a:path>
                <a:path w="2470784" h="4259580">
                  <a:moveTo>
                    <a:pt x="1769868" y="478171"/>
                  </a:moveTo>
                  <a:lnTo>
                    <a:pt x="1771542" y="468915"/>
                  </a:lnTo>
                  <a:lnTo>
                    <a:pt x="1779911" y="477876"/>
                  </a:lnTo>
                  <a:lnTo>
                    <a:pt x="1769868" y="478171"/>
                  </a:lnTo>
                  <a:close/>
                </a:path>
                <a:path w="2470784" h="4259580">
                  <a:moveTo>
                    <a:pt x="1810828" y="545127"/>
                  </a:moveTo>
                  <a:lnTo>
                    <a:pt x="1806299" y="534789"/>
                  </a:lnTo>
                  <a:lnTo>
                    <a:pt x="1810434" y="530653"/>
                  </a:lnTo>
                  <a:lnTo>
                    <a:pt x="1817524" y="534001"/>
                  </a:lnTo>
                  <a:lnTo>
                    <a:pt x="1810828" y="545127"/>
                  </a:lnTo>
                  <a:close/>
                </a:path>
                <a:path w="2470784" h="4259580">
                  <a:moveTo>
                    <a:pt x="1925636" y="638276"/>
                  </a:moveTo>
                  <a:lnTo>
                    <a:pt x="1916183" y="634435"/>
                  </a:lnTo>
                  <a:lnTo>
                    <a:pt x="1912047" y="632663"/>
                  </a:lnTo>
                  <a:lnTo>
                    <a:pt x="1916380" y="622226"/>
                  </a:lnTo>
                  <a:lnTo>
                    <a:pt x="1925636" y="638276"/>
                  </a:lnTo>
                  <a:close/>
                </a:path>
                <a:path w="2470784" h="4259580">
                  <a:moveTo>
                    <a:pt x="1938337" y="565116"/>
                  </a:moveTo>
                  <a:lnTo>
                    <a:pt x="1935580" y="553300"/>
                  </a:lnTo>
                  <a:lnTo>
                    <a:pt x="1937550" y="552119"/>
                  </a:lnTo>
                  <a:lnTo>
                    <a:pt x="1933414" y="547688"/>
                  </a:lnTo>
                  <a:lnTo>
                    <a:pt x="1936860" y="539417"/>
                  </a:lnTo>
                  <a:lnTo>
                    <a:pt x="1946608" y="541977"/>
                  </a:lnTo>
                  <a:lnTo>
                    <a:pt x="1944442" y="551134"/>
                  </a:lnTo>
                  <a:lnTo>
                    <a:pt x="1947395" y="554876"/>
                  </a:lnTo>
                  <a:lnTo>
                    <a:pt x="1947297" y="559996"/>
                  </a:lnTo>
                  <a:lnTo>
                    <a:pt x="1938337" y="565116"/>
                  </a:lnTo>
                  <a:close/>
                </a:path>
                <a:path w="2470784" h="4259580">
                  <a:moveTo>
                    <a:pt x="1693657" y="471771"/>
                  </a:moveTo>
                  <a:lnTo>
                    <a:pt x="1687750" y="466848"/>
                  </a:lnTo>
                  <a:lnTo>
                    <a:pt x="1691491" y="458675"/>
                  </a:lnTo>
                  <a:lnTo>
                    <a:pt x="1702027" y="463992"/>
                  </a:lnTo>
                  <a:lnTo>
                    <a:pt x="1693657" y="471771"/>
                  </a:lnTo>
                  <a:close/>
                </a:path>
                <a:path w="2470784" h="4259580">
                  <a:moveTo>
                    <a:pt x="1958916" y="605388"/>
                  </a:moveTo>
                  <a:lnTo>
                    <a:pt x="1956257" y="604797"/>
                  </a:lnTo>
                  <a:lnTo>
                    <a:pt x="1960688" y="601646"/>
                  </a:lnTo>
                  <a:lnTo>
                    <a:pt x="1958916" y="605388"/>
                  </a:lnTo>
                  <a:close/>
                </a:path>
                <a:path w="2470784" h="4259580">
                  <a:moveTo>
                    <a:pt x="1656143" y="292839"/>
                  </a:moveTo>
                  <a:lnTo>
                    <a:pt x="1661066" y="280531"/>
                  </a:lnTo>
                  <a:lnTo>
                    <a:pt x="1668648" y="282106"/>
                  </a:lnTo>
                  <a:lnTo>
                    <a:pt x="1669140" y="290830"/>
                  </a:lnTo>
                  <a:lnTo>
                    <a:pt x="1656143" y="292839"/>
                  </a:lnTo>
                  <a:close/>
                </a:path>
                <a:path w="2470784" h="4259580">
                  <a:moveTo>
                    <a:pt x="1662543" y="369071"/>
                  </a:moveTo>
                  <a:lnTo>
                    <a:pt x="1647380" y="359323"/>
                  </a:lnTo>
                  <a:lnTo>
                    <a:pt x="1652401" y="354892"/>
                  </a:lnTo>
                  <a:lnTo>
                    <a:pt x="1662543" y="369071"/>
                  </a:lnTo>
                  <a:close/>
                </a:path>
                <a:path w="2470784" h="4259580">
                  <a:moveTo>
                    <a:pt x="1523317" y="382562"/>
                  </a:moveTo>
                  <a:lnTo>
                    <a:pt x="1518886" y="377934"/>
                  </a:lnTo>
                  <a:lnTo>
                    <a:pt x="1526763" y="378229"/>
                  </a:lnTo>
                  <a:lnTo>
                    <a:pt x="1523317" y="382562"/>
                  </a:lnTo>
                  <a:close/>
                </a:path>
                <a:path w="2470784" h="4259580">
                  <a:moveTo>
                    <a:pt x="1495846" y="247910"/>
                  </a:moveTo>
                  <a:lnTo>
                    <a:pt x="1493679" y="240447"/>
                  </a:lnTo>
                  <a:lnTo>
                    <a:pt x="1500965" y="235947"/>
                  </a:lnTo>
                  <a:lnTo>
                    <a:pt x="1504806" y="228217"/>
                  </a:lnTo>
                  <a:lnTo>
                    <a:pt x="1512289" y="232756"/>
                  </a:lnTo>
                  <a:lnTo>
                    <a:pt x="1512557" y="235947"/>
                  </a:lnTo>
                  <a:lnTo>
                    <a:pt x="1512683" y="237443"/>
                  </a:lnTo>
                  <a:lnTo>
                    <a:pt x="1495846" y="247910"/>
                  </a:lnTo>
                  <a:close/>
                </a:path>
                <a:path w="2470784" h="4259580">
                  <a:moveTo>
                    <a:pt x="1509434" y="332334"/>
                  </a:moveTo>
                  <a:lnTo>
                    <a:pt x="1511698" y="326180"/>
                  </a:lnTo>
                  <a:lnTo>
                    <a:pt x="1515932" y="328031"/>
                  </a:lnTo>
                  <a:lnTo>
                    <a:pt x="1509434" y="332334"/>
                  </a:lnTo>
                  <a:close/>
                </a:path>
                <a:path w="2470784" h="4259580">
                  <a:moveTo>
                    <a:pt x="1428398" y="139333"/>
                  </a:moveTo>
                  <a:lnTo>
                    <a:pt x="1419832" y="137521"/>
                  </a:lnTo>
                  <a:lnTo>
                    <a:pt x="1418552" y="134449"/>
                  </a:lnTo>
                  <a:lnTo>
                    <a:pt x="1428989" y="130293"/>
                  </a:lnTo>
                  <a:lnTo>
                    <a:pt x="1428517" y="137521"/>
                  </a:lnTo>
                  <a:lnTo>
                    <a:pt x="1428398" y="139333"/>
                  </a:lnTo>
                  <a:close/>
                </a:path>
                <a:path w="2470784" h="4259580">
                  <a:moveTo>
                    <a:pt x="1634284" y="330680"/>
                  </a:moveTo>
                  <a:lnTo>
                    <a:pt x="1645213" y="314640"/>
                  </a:lnTo>
                  <a:lnTo>
                    <a:pt x="1665005" y="318372"/>
                  </a:lnTo>
                  <a:lnTo>
                    <a:pt x="1634284" y="330680"/>
                  </a:lnTo>
                  <a:close/>
                </a:path>
                <a:path w="2470784" h="4259580">
                  <a:moveTo>
                    <a:pt x="1652303" y="332797"/>
                  </a:moveTo>
                  <a:lnTo>
                    <a:pt x="1659983" y="328800"/>
                  </a:lnTo>
                  <a:lnTo>
                    <a:pt x="1659195" y="331488"/>
                  </a:lnTo>
                  <a:lnTo>
                    <a:pt x="1652303" y="332797"/>
                  </a:lnTo>
                  <a:close/>
                </a:path>
                <a:path w="2470784" h="4259580">
                  <a:moveTo>
                    <a:pt x="1495550" y="169020"/>
                  </a:moveTo>
                  <a:lnTo>
                    <a:pt x="1496042" y="156367"/>
                  </a:lnTo>
                  <a:lnTo>
                    <a:pt x="1493679" y="149179"/>
                  </a:lnTo>
                  <a:lnTo>
                    <a:pt x="1504510" y="145063"/>
                  </a:lnTo>
                  <a:lnTo>
                    <a:pt x="1504406" y="156367"/>
                  </a:lnTo>
                  <a:lnTo>
                    <a:pt x="1504313" y="166480"/>
                  </a:lnTo>
                  <a:lnTo>
                    <a:pt x="1495550" y="169020"/>
                  </a:lnTo>
                  <a:close/>
                </a:path>
                <a:path w="2470784" h="4259580">
                  <a:moveTo>
                    <a:pt x="1432730" y="179753"/>
                  </a:moveTo>
                  <a:lnTo>
                    <a:pt x="1433315" y="165062"/>
                  </a:lnTo>
                  <a:lnTo>
                    <a:pt x="1433322" y="164904"/>
                  </a:lnTo>
                  <a:lnTo>
                    <a:pt x="1436078" y="156909"/>
                  </a:lnTo>
                  <a:lnTo>
                    <a:pt x="1444546" y="165062"/>
                  </a:lnTo>
                  <a:lnTo>
                    <a:pt x="1432730" y="179753"/>
                  </a:lnTo>
                  <a:close/>
                </a:path>
                <a:path w="2470784" h="4259580">
                  <a:moveTo>
                    <a:pt x="1443562" y="188871"/>
                  </a:moveTo>
                  <a:lnTo>
                    <a:pt x="1440692" y="179753"/>
                  </a:lnTo>
                  <a:lnTo>
                    <a:pt x="1440608" y="179487"/>
                  </a:lnTo>
                  <a:lnTo>
                    <a:pt x="1462762" y="178217"/>
                  </a:lnTo>
                  <a:lnTo>
                    <a:pt x="1443562" y="188871"/>
                  </a:lnTo>
                  <a:close/>
                </a:path>
                <a:path w="2470784" h="4259580">
                  <a:moveTo>
                    <a:pt x="1470442" y="231604"/>
                  </a:moveTo>
                  <a:lnTo>
                    <a:pt x="1479894" y="219946"/>
                  </a:lnTo>
                  <a:lnTo>
                    <a:pt x="1477433" y="225598"/>
                  </a:lnTo>
                  <a:lnTo>
                    <a:pt x="1470442" y="231604"/>
                  </a:lnTo>
                  <a:close/>
                </a:path>
                <a:path w="2470784" h="4259580">
                  <a:moveTo>
                    <a:pt x="1486393" y="208790"/>
                  </a:moveTo>
                  <a:lnTo>
                    <a:pt x="1486688" y="206830"/>
                  </a:lnTo>
                  <a:lnTo>
                    <a:pt x="1494664" y="208485"/>
                  </a:lnTo>
                  <a:lnTo>
                    <a:pt x="1486393" y="208790"/>
                  </a:lnTo>
                  <a:close/>
                </a:path>
                <a:path w="2470784" h="4259580">
                  <a:moveTo>
                    <a:pt x="1505101" y="205797"/>
                  </a:moveTo>
                  <a:lnTo>
                    <a:pt x="1499095" y="196679"/>
                  </a:lnTo>
                  <a:lnTo>
                    <a:pt x="1505199" y="194335"/>
                  </a:lnTo>
                  <a:lnTo>
                    <a:pt x="1505101" y="205797"/>
                  </a:lnTo>
                  <a:close/>
                </a:path>
                <a:path w="2470784" h="4259580">
                  <a:moveTo>
                    <a:pt x="1491218" y="184449"/>
                  </a:moveTo>
                  <a:lnTo>
                    <a:pt x="1491119" y="182135"/>
                  </a:lnTo>
                  <a:lnTo>
                    <a:pt x="1494565" y="181673"/>
                  </a:lnTo>
                  <a:lnTo>
                    <a:pt x="1491218" y="184449"/>
                  </a:lnTo>
                  <a:close/>
                </a:path>
                <a:path w="2470784" h="4259580">
                  <a:moveTo>
                    <a:pt x="1513667" y="142867"/>
                  </a:moveTo>
                  <a:lnTo>
                    <a:pt x="1509138" y="139293"/>
                  </a:lnTo>
                  <a:lnTo>
                    <a:pt x="1517409" y="138171"/>
                  </a:lnTo>
                  <a:lnTo>
                    <a:pt x="1513667" y="142867"/>
                  </a:lnTo>
                  <a:close/>
                </a:path>
                <a:path w="2470784" h="4259580">
                  <a:moveTo>
                    <a:pt x="1499489" y="143714"/>
                  </a:moveTo>
                  <a:lnTo>
                    <a:pt x="1495550" y="141026"/>
                  </a:lnTo>
                  <a:lnTo>
                    <a:pt x="1504412" y="131485"/>
                  </a:lnTo>
                  <a:lnTo>
                    <a:pt x="1508744" y="139825"/>
                  </a:lnTo>
                  <a:lnTo>
                    <a:pt x="1499489" y="143714"/>
                  </a:lnTo>
                  <a:close/>
                </a:path>
                <a:path w="2470784" h="4259580">
                  <a:moveTo>
                    <a:pt x="1658703" y="436914"/>
                  </a:moveTo>
                  <a:lnTo>
                    <a:pt x="1648758" y="432976"/>
                  </a:lnTo>
                  <a:lnTo>
                    <a:pt x="1655060" y="427462"/>
                  </a:lnTo>
                  <a:lnTo>
                    <a:pt x="1658703" y="436914"/>
                  </a:lnTo>
                  <a:close/>
                </a:path>
                <a:path w="2470784" h="4259580">
                  <a:moveTo>
                    <a:pt x="1380644" y="194690"/>
                  </a:moveTo>
                  <a:lnTo>
                    <a:pt x="1375130" y="186379"/>
                  </a:lnTo>
                  <a:lnTo>
                    <a:pt x="1382318" y="182529"/>
                  </a:lnTo>
                  <a:lnTo>
                    <a:pt x="1389013" y="190032"/>
                  </a:lnTo>
                  <a:lnTo>
                    <a:pt x="1380644" y="194690"/>
                  </a:lnTo>
                  <a:close/>
                </a:path>
                <a:path w="2470784" h="4259580">
                  <a:moveTo>
                    <a:pt x="1392462" y="198176"/>
                  </a:moveTo>
                  <a:lnTo>
                    <a:pt x="1388228" y="193636"/>
                  </a:lnTo>
                  <a:lnTo>
                    <a:pt x="1390493" y="192868"/>
                  </a:lnTo>
                  <a:lnTo>
                    <a:pt x="1392462" y="198176"/>
                  </a:lnTo>
                  <a:close/>
                </a:path>
                <a:path w="2470784" h="4259580">
                  <a:moveTo>
                    <a:pt x="1655651" y="414179"/>
                  </a:moveTo>
                  <a:lnTo>
                    <a:pt x="1654075" y="408862"/>
                  </a:lnTo>
                  <a:lnTo>
                    <a:pt x="1658211" y="413785"/>
                  </a:lnTo>
                  <a:lnTo>
                    <a:pt x="1655651" y="414179"/>
                  </a:lnTo>
                  <a:close/>
                </a:path>
                <a:path w="2470784" h="4259580">
                  <a:moveTo>
                    <a:pt x="1489446" y="332344"/>
                  </a:moveTo>
                  <a:lnTo>
                    <a:pt x="1488954" y="327155"/>
                  </a:lnTo>
                  <a:lnTo>
                    <a:pt x="1485704" y="315192"/>
                  </a:lnTo>
                  <a:lnTo>
                    <a:pt x="1492794" y="313459"/>
                  </a:lnTo>
                  <a:lnTo>
                    <a:pt x="1496929" y="324270"/>
                  </a:lnTo>
                  <a:lnTo>
                    <a:pt x="1489446" y="332344"/>
                  </a:lnTo>
                  <a:close/>
                </a:path>
                <a:path w="2470784" h="4259580">
                  <a:moveTo>
                    <a:pt x="1497028" y="330306"/>
                  </a:moveTo>
                  <a:lnTo>
                    <a:pt x="1497815" y="324270"/>
                  </a:lnTo>
                  <a:lnTo>
                    <a:pt x="1498701" y="328228"/>
                  </a:lnTo>
                  <a:lnTo>
                    <a:pt x="1497028" y="330306"/>
                  </a:lnTo>
                  <a:close/>
                </a:path>
                <a:path w="2470784" h="4259580">
                  <a:moveTo>
                    <a:pt x="1516819" y="374202"/>
                  </a:moveTo>
                  <a:lnTo>
                    <a:pt x="1512486" y="370263"/>
                  </a:lnTo>
                  <a:lnTo>
                    <a:pt x="1516819" y="365045"/>
                  </a:lnTo>
                  <a:lnTo>
                    <a:pt x="1518886" y="365340"/>
                  </a:lnTo>
                  <a:lnTo>
                    <a:pt x="1516819" y="374202"/>
                  </a:lnTo>
                  <a:close/>
                </a:path>
                <a:path w="2470784" h="4259580">
                  <a:moveTo>
                    <a:pt x="1600118" y="354607"/>
                  </a:moveTo>
                  <a:lnTo>
                    <a:pt x="1597558" y="349192"/>
                  </a:lnTo>
                  <a:lnTo>
                    <a:pt x="1591454" y="343845"/>
                  </a:lnTo>
                  <a:lnTo>
                    <a:pt x="1607109" y="341383"/>
                  </a:lnTo>
                  <a:lnTo>
                    <a:pt x="1600118" y="354607"/>
                  </a:lnTo>
                  <a:close/>
                </a:path>
                <a:path w="2470784" h="4259580">
                  <a:moveTo>
                    <a:pt x="1509237" y="3189453"/>
                  </a:moveTo>
                  <a:lnTo>
                    <a:pt x="1499980" y="3188792"/>
                  </a:lnTo>
                  <a:lnTo>
                    <a:pt x="1503131" y="3182687"/>
                  </a:lnTo>
                  <a:lnTo>
                    <a:pt x="1509237" y="3189453"/>
                  </a:lnTo>
                  <a:close/>
                </a:path>
                <a:path w="2470784" h="4259580">
                  <a:moveTo>
                    <a:pt x="1514061" y="3194798"/>
                  </a:moveTo>
                  <a:lnTo>
                    <a:pt x="1509237" y="3189453"/>
                  </a:lnTo>
                  <a:lnTo>
                    <a:pt x="1515144" y="3189875"/>
                  </a:lnTo>
                  <a:lnTo>
                    <a:pt x="1515046" y="3191451"/>
                  </a:lnTo>
                  <a:lnTo>
                    <a:pt x="1514061" y="3194798"/>
                  </a:lnTo>
                  <a:close/>
                </a:path>
                <a:path w="2470784" h="4259580">
                  <a:moveTo>
                    <a:pt x="1521741" y="3205531"/>
                  </a:moveTo>
                  <a:lnTo>
                    <a:pt x="1523908" y="3190958"/>
                  </a:lnTo>
                  <a:lnTo>
                    <a:pt x="1541138" y="3199820"/>
                  </a:lnTo>
                  <a:lnTo>
                    <a:pt x="1539366" y="3204547"/>
                  </a:lnTo>
                  <a:lnTo>
                    <a:pt x="1521741" y="3205531"/>
                  </a:lnTo>
                  <a:close/>
                </a:path>
                <a:path w="2470784" h="4259580">
                  <a:moveTo>
                    <a:pt x="1844306" y="339109"/>
                  </a:moveTo>
                  <a:lnTo>
                    <a:pt x="1842336" y="338568"/>
                  </a:lnTo>
                  <a:lnTo>
                    <a:pt x="1845881" y="330838"/>
                  </a:lnTo>
                  <a:lnTo>
                    <a:pt x="1844409" y="338568"/>
                  </a:lnTo>
                  <a:lnTo>
                    <a:pt x="1844306" y="339109"/>
                  </a:lnTo>
                  <a:close/>
                </a:path>
                <a:path w="2470784" h="4259580">
                  <a:moveTo>
                    <a:pt x="1884479" y="440853"/>
                  </a:moveTo>
                  <a:lnTo>
                    <a:pt x="1870891" y="438195"/>
                  </a:lnTo>
                  <a:lnTo>
                    <a:pt x="1871777" y="429431"/>
                  </a:lnTo>
                  <a:lnTo>
                    <a:pt x="1874633" y="428447"/>
                  </a:lnTo>
                  <a:lnTo>
                    <a:pt x="1883100" y="435536"/>
                  </a:lnTo>
                  <a:lnTo>
                    <a:pt x="1884479" y="440853"/>
                  </a:lnTo>
                  <a:close/>
                </a:path>
                <a:path w="2470784" h="4259580">
                  <a:moveTo>
                    <a:pt x="1852675" y="372913"/>
                  </a:moveTo>
                  <a:lnTo>
                    <a:pt x="1846471" y="364838"/>
                  </a:lnTo>
                  <a:lnTo>
                    <a:pt x="1857303" y="357749"/>
                  </a:lnTo>
                  <a:lnTo>
                    <a:pt x="1866952" y="365232"/>
                  </a:lnTo>
                  <a:lnTo>
                    <a:pt x="1868233" y="368974"/>
                  </a:lnTo>
                  <a:lnTo>
                    <a:pt x="1858287" y="368974"/>
                  </a:lnTo>
                  <a:lnTo>
                    <a:pt x="1852675" y="372913"/>
                  </a:lnTo>
                  <a:close/>
                </a:path>
                <a:path w="2470784" h="4259580">
                  <a:moveTo>
                    <a:pt x="1862029" y="378229"/>
                  </a:moveTo>
                  <a:lnTo>
                    <a:pt x="1858287" y="368974"/>
                  </a:lnTo>
                  <a:lnTo>
                    <a:pt x="1868233" y="368974"/>
                  </a:lnTo>
                  <a:lnTo>
                    <a:pt x="1870693" y="376162"/>
                  </a:lnTo>
                  <a:lnTo>
                    <a:pt x="1862029" y="378229"/>
                  </a:lnTo>
                  <a:close/>
                </a:path>
                <a:path w="2470784" h="4259580">
                  <a:moveTo>
                    <a:pt x="1811320" y="307640"/>
                  </a:moveTo>
                  <a:lnTo>
                    <a:pt x="1792514" y="307148"/>
                  </a:lnTo>
                  <a:lnTo>
                    <a:pt x="1789068" y="298453"/>
                  </a:lnTo>
                  <a:lnTo>
                    <a:pt x="1799407" y="300452"/>
                  </a:lnTo>
                  <a:lnTo>
                    <a:pt x="1799209" y="303721"/>
                  </a:lnTo>
                  <a:lnTo>
                    <a:pt x="1811320" y="307640"/>
                  </a:lnTo>
                  <a:close/>
                </a:path>
                <a:path w="2470784" h="4259580">
                  <a:moveTo>
                    <a:pt x="1841746" y="355681"/>
                  </a:moveTo>
                  <a:lnTo>
                    <a:pt x="1839087" y="344988"/>
                  </a:lnTo>
                  <a:lnTo>
                    <a:pt x="1839284" y="341295"/>
                  </a:lnTo>
                  <a:lnTo>
                    <a:pt x="1841746" y="355681"/>
                  </a:lnTo>
                  <a:close/>
                </a:path>
                <a:path w="2470784" h="4259580">
                  <a:moveTo>
                    <a:pt x="2012579" y="650978"/>
                  </a:moveTo>
                  <a:lnTo>
                    <a:pt x="2002535" y="650486"/>
                  </a:lnTo>
                  <a:lnTo>
                    <a:pt x="2000567" y="644578"/>
                  </a:lnTo>
                  <a:lnTo>
                    <a:pt x="2014450" y="643397"/>
                  </a:lnTo>
                  <a:lnTo>
                    <a:pt x="2012700" y="650486"/>
                  </a:lnTo>
                  <a:lnTo>
                    <a:pt x="2012579" y="650978"/>
                  </a:lnTo>
                  <a:close/>
                </a:path>
                <a:path w="2470784" h="4259580">
                  <a:moveTo>
                    <a:pt x="1908208" y="478959"/>
                  </a:moveTo>
                  <a:lnTo>
                    <a:pt x="1907322" y="471181"/>
                  </a:lnTo>
                  <a:lnTo>
                    <a:pt x="1910769" y="466651"/>
                  </a:lnTo>
                  <a:lnTo>
                    <a:pt x="1919827" y="466257"/>
                  </a:lnTo>
                  <a:lnTo>
                    <a:pt x="1916454" y="474036"/>
                  </a:lnTo>
                  <a:lnTo>
                    <a:pt x="1911359" y="474036"/>
                  </a:lnTo>
                  <a:lnTo>
                    <a:pt x="1908208" y="478959"/>
                  </a:lnTo>
                  <a:close/>
                </a:path>
                <a:path w="2470784" h="4259580">
                  <a:moveTo>
                    <a:pt x="1915002" y="477384"/>
                  </a:moveTo>
                  <a:lnTo>
                    <a:pt x="1911359" y="474036"/>
                  </a:lnTo>
                  <a:lnTo>
                    <a:pt x="1916454" y="474036"/>
                  </a:lnTo>
                  <a:lnTo>
                    <a:pt x="1915002" y="477384"/>
                  </a:lnTo>
                  <a:close/>
                </a:path>
                <a:path w="2470784" h="4259580">
                  <a:moveTo>
                    <a:pt x="1974966" y="525927"/>
                  </a:moveTo>
                  <a:lnTo>
                    <a:pt x="1974683" y="515195"/>
                  </a:lnTo>
                  <a:lnTo>
                    <a:pt x="1974572" y="510961"/>
                  </a:lnTo>
                  <a:lnTo>
                    <a:pt x="1984812" y="515195"/>
                  </a:lnTo>
                  <a:lnTo>
                    <a:pt x="1974966" y="525927"/>
                  </a:lnTo>
                  <a:close/>
                </a:path>
                <a:path w="2470784" h="4259580">
                  <a:moveTo>
                    <a:pt x="1901020" y="517952"/>
                  </a:moveTo>
                  <a:lnTo>
                    <a:pt x="1892848" y="513619"/>
                  </a:lnTo>
                  <a:lnTo>
                    <a:pt x="1896294" y="492449"/>
                  </a:lnTo>
                  <a:lnTo>
                    <a:pt x="1903875" y="493729"/>
                  </a:lnTo>
                  <a:lnTo>
                    <a:pt x="1901020" y="517952"/>
                  </a:lnTo>
                  <a:close/>
                </a:path>
                <a:path w="2470784" h="4259580">
                  <a:moveTo>
                    <a:pt x="2081503" y="547491"/>
                  </a:moveTo>
                  <a:lnTo>
                    <a:pt x="2087903" y="542076"/>
                  </a:lnTo>
                  <a:lnTo>
                    <a:pt x="2092727" y="544931"/>
                  </a:lnTo>
                  <a:lnTo>
                    <a:pt x="2081503" y="547491"/>
                  </a:lnTo>
                  <a:close/>
                </a:path>
                <a:path w="2470784" h="4259580">
                  <a:moveTo>
                    <a:pt x="1638519" y="310259"/>
                  </a:moveTo>
                  <a:lnTo>
                    <a:pt x="1635860" y="299566"/>
                  </a:lnTo>
                  <a:lnTo>
                    <a:pt x="1641177" y="299142"/>
                  </a:lnTo>
                  <a:lnTo>
                    <a:pt x="1638519" y="310259"/>
                  </a:lnTo>
                  <a:close/>
                </a:path>
                <a:path w="2470784" h="4259580">
                  <a:moveTo>
                    <a:pt x="1639405" y="270184"/>
                  </a:moveTo>
                  <a:lnTo>
                    <a:pt x="1632808" y="262838"/>
                  </a:lnTo>
                  <a:lnTo>
                    <a:pt x="1644229" y="255916"/>
                  </a:lnTo>
                  <a:lnTo>
                    <a:pt x="1648365" y="262523"/>
                  </a:lnTo>
                  <a:lnTo>
                    <a:pt x="1639405" y="270184"/>
                  </a:lnTo>
                  <a:close/>
                </a:path>
                <a:path w="2470784" h="4259580">
                  <a:moveTo>
                    <a:pt x="1609177" y="554679"/>
                  </a:moveTo>
                  <a:lnTo>
                    <a:pt x="1607011" y="550839"/>
                  </a:lnTo>
                  <a:lnTo>
                    <a:pt x="1609669" y="552415"/>
                  </a:lnTo>
                  <a:lnTo>
                    <a:pt x="1609177" y="554679"/>
                  </a:lnTo>
                  <a:close/>
                </a:path>
                <a:path w="2470784" h="4259580">
                  <a:moveTo>
                    <a:pt x="1608586" y="394575"/>
                  </a:moveTo>
                  <a:lnTo>
                    <a:pt x="1601891" y="386599"/>
                  </a:lnTo>
                  <a:lnTo>
                    <a:pt x="1613805" y="383153"/>
                  </a:lnTo>
                  <a:lnTo>
                    <a:pt x="1615281" y="389454"/>
                  </a:lnTo>
                  <a:lnTo>
                    <a:pt x="1608586" y="394575"/>
                  </a:lnTo>
                  <a:close/>
                </a:path>
                <a:path w="2470784" h="4259580">
                  <a:moveTo>
                    <a:pt x="1628182" y="257718"/>
                  </a:moveTo>
                  <a:lnTo>
                    <a:pt x="1606323" y="256329"/>
                  </a:lnTo>
                  <a:lnTo>
                    <a:pt x="1608095" y="249910"/>
                  </a:lnTo>
                  <a:lnTo>
                    <a:pt x="1620108" y="255916"/>
                  </a:lnTo>
                  <a:lnTo>
                    <a:pt x="1628260" y="255916"/>
                  </a:lnTo>
                  <a:lnTo>
                    <a:pt x="1628182" y="257718"/>
                  </a:lnTo>
                  <a:close/>
                </a:path>
                <a:path w="2470784" h="4259580">
                  <a:moveTo>
                    <a:pt x="1614397" y="271562"/>
                  </a:moveTo>
                  <a:lnTo>
                    <a:pt x="1589289" y="261716"/>
                  </a:lnTo>
                  <a:lnTo>
                    <a:pt x="1585843" y="253031"/>
                  </a:lnTo>
                  <a:lnTo>
                    <a:pt x="1596181" y="255030"/>
                  </a:lnTo>
                  <a:lnTo>
                    <a:pt x="1614397" y="271562"/>
                  </a:lnTo>
                  <a:close/>
                </a:path>
                <a:path w="2470784" h="4259580">
                  <a:moveTo>
                    <a:pt x="1628260" y="255916"/>
                  </a:moveTo>
                  <a:lnTo>
                    <a:pt x="1620108" y="255916"/>
                  </a:lnTo>
                  <a:lnTo>
                    <a:pt x="1628280" y="255453"/>
                  </a:lnTo>
                  <a:lnTo>
                    <a:pt x="1628260" y="255916"/>
                  </a:lnTo>
                  <a:close/>
                </a:path>
                <a:path w="2470784" h="4259580">
                  <a:moveTo>
                    <a:pt x="1614201" y="279567"/>
                  </a:moveTo>
                  <a:lnTo>
                    <a:pt x="1612724" y="277647"/>
                  </a:lnTo>
                  <a:lnTo>
                    <a:pt x="1620797" y="267338"/>
                  </a:lnTo>
                  <a:lnTo>
                    <a:pt x="1625622" y="273915"/>
                  </a:lnTo>
                  <a:lnTo>
                    <a:pt x="1614201" y="279567"/>
                  </a:lnTo>
                  <a:close/>
                </a:path>
                <a:path w="2470784" h="4259580">
                  <a:moveTo>
                    <a:pt x="1607992" y="295183"/>
                  </a:moveTo>
                  <a:lnTo>
                    <a:pt x="1596278" y="292949"/>
                  </a:lnTo>
                  <a:lnTo>
                    <a:pt x="1602481" y="276988"/>
                  </a:lnTo>
                  <a:lnTo>
                    <a:pt x="1614296" y="285722"/>
                  </a:lnTo>
                  <a:lnTo>
                    <a:pt x="1626014" y="289069"/>
                  </a:lnTo>
                  <a:lnTo>
                    <a:pt x="1633029" y="289069"/>
                  </a:lnTo>
                  <a:lnTo>
                    <a:pt x="1626626" y="293992"/>
                  </a:lnTo>
                  <a:lnTo>
                    <a:pt x="1609670" y="293992"/>
                  </a:lnTo>
                  <a:lnTo>
                    <a:pt x="1607992" y="295183"/>
                  </a:lnTo>
                  <a:close/>
                </a:path>
                <a:path w="2470784" h="4259580">
                  <a:moveTo>
                    <a:pt x="1633029" y="289069"/>
                  </a:moveTo>
                  <a:lnTo>
                    <a:pt x="1626014" y="289069"/>
                  </a:lnTo>
                  <a:lnTo>
                    <a:pt x="1627294" y="286332"/>
                  </a:lnTo>
                  <a:lnTo>
                    <a:pt x="1637140" y="285909"/>
                  </a:lnTo>
                  <a:lnTo>
                    <a:pt x="1633029" y="289069"/>
                  </a:lnTo>
                  <a:close/>
                </a:path>
                <a:path w="2470784" h="4259580">
                  <a:moveTo>
                    <a:pt x="1608719" y="295321"/>
                  </a:moveTo>
                  <a:lnTo>
                    <a:pt x="1607992" y="295183"/>
                  </a:lnTo>
                  <a:lnTo>
                    <a:pt x="1609670" y="293992"/>
                  </a:lnTo>
                  <a:lnTo>
                    <a:pt x="1608819" y="295183"/>
                  </a:lnTo>
                  <a:lnTo>
                    <a:pt x="1608719" y="295321"/>
                  </a:lnTo>
                  <a:close/>
                </a:path>
                <a:path w="2470784" h="4259580">
                  <a:moveTo>
                    <a:pt x="1621682" y="297793"/>
                  </a:moveTo>
                  <a:lnTo>
                    <a:pt x="1608719" y="295321"/>
                  </a:lnTo>
                  <a:lnTo>
                    <a:pt x="1609670" y="293992"/>
                  </a:lnTo>
                  <a:lnTo>
                    <a:pt x="1626626" y="293992"/>
                  </a:lnTo>
                  <a:lnTo>
                    <a:pt x="1621682" y="297793"/>
                  </a:lnTo>
                  <a:close/>
                </a:path>
                <a:path w="2470784" h="4259580">
                  <a:moveTo>
                    <a:pt x="1605436" y="299910"/>
                  </a:moveTo>
                  <a:lnTo>
                    <a:pt x="1603270" y="298531"/>
                  </a:lnTo>
                  <a:lnTo>
                    <a:pt x="1607992" y="295183"/>
                  </a:lnTo>
                  <a:lnTo>
                    <a:pt x="1608719" y="295321"/>
                  </a:lnTo>
                  <a:lnTo>
                    <a:pt x="1605436" y="299910"/>
                  </a:lnTo>
                  <a:close/>
                </a:path>
                <a:path w="2470784" h="4259580">
                  <a:moveTo>
                    <a:pt x="1635368" y="357355"/>
                  </a:moveTo>
                  <a:lnTo>
                    <a:pt x="1628180" y="352333"/>
                  </a:lnTo>
                  <a:lnTo>
                    <a:pt x="1634777" y="354795"/>
                  </a:lnTo>
                  <a:lnTo>
                    <a:pt x="1635368" y="357355"/>
                  </a:lnTo>
                  <a:close/>
                </a:path>
                <a:path w="2470784" h="4259580">
                  <a:moveTo>
                    <a:pt x="1626703" y="476399"/>
                  </a:moveTo>
                  <a:lnTo>
                    <a:pt x="1630642" y="469605"/>
                  </a:lnTo>
                  <a:lnTo>
                    <a:pt x="1632020" y="475021"/>
                  </a:lnTo>
                  <a:lnTo>
                    <a:pt x="1626703" y="476399"/>
                  </a:lnTo>
                  <a:close/>
                </a:path>
                <a:path w="2470784" h="4259580">
                  <a:moveTo>
                    <a:pt x="1661362" y="303258"/>
                  </a:moveTo>
                  <a:lnTo>
                    <a:pt x="1658704" y="302648"/>
                  </a:lnTo>
                  <a:lnTo>
                    <a:pt x="1663036" y="299526"/>
                  </a:lnTo>
                  <a:lnTo>
                    <a:pt x="1661362" y="303258"/>
                  </a:lnTo>
                  <a:close/>
                </a:path>
                <a:path w="2470784" h="4259580">
                  <a:moveTo>
                    <a:pt x="1773619" y="292870"/>
                  </a:moveTo>
                  <a:lnTo>
                    <a:pt x="1770853" y="292870"/>
                  </a:lnTo>
                  <a:lnTo>
                    <a:pt x="1773807" y="285416"/>
                  </a:lnTo>
                  <a:lnTo>
                    <a:pt x="1773619" y="292870"/>
                  </a:lnTo>
                  <a:close/>
                </a:path>
                <a:path w="2470784" h="4259580">
                  <a:moveTo>
                    <a:pt x="2164015" y="630695"/>
                  </a:moveTo>
                  <a:lnTo>
                    <a:pt x="2160864" y="624196"/>
                  </a:lnTo>
                  <a:lnTo>
                    <a:pt x="2165984" y="613955"/>
                  </a:lnTo>
                  <a:lnTo>
                    <a:pt x="2164015" y="630695"/>
                  </a:lnTo>
                  <a:close/>
                </a:path>
                <a:path w="2470784" h="4259580">
                  <a:moveTo>
                    <a:pt x="2088592" y="669884"/>
                  </a:moveTo>
                  <a:lnTo>
                    <a:pt x="2088224" y="663779"/>
                  </a:lnTo>
                  <a:lnTo>
                    <a:pt x="2088099" y="661711"/>
                  </a:lnTo>
                  <a:lnTo>
                    <a:pt x="2072246" y="660037"/>
                  </a:lnTo>
                  <a:lnTo>
                    <a:pt x="2073133" y="651569"/>
                  </a:lnTo>
                  <a:lnTo>
                    <a:pt x="2068111" y="642018"/>
                  </a:lnTo>
                  <a:lnTo>
                    <a:pt x="2078155" y="639458"/>
                  </a:lnTo>
                  <a:lnTo>
                    <a:pt x="2079238" y="649108"/>
                  </a:lnTo>
                  <a:lnTo>
                    <a:pt x="2097256" y="654228"/>
                  </a:lnTo>
                  <a:lnTo>
                    <a:pt x="2101195" y="663779"/>
                  </a:lnTo>
                  <a:lnTo>
                    <a:pt x="2088592" y="669884"/>
                  </a:lnTo>
                  <a:close/>
                </a:path>
                <a:path w="2470784" h="4259580">
                  <a:moveTo>
                    <a:pt x="2090856" y="626067"/>
                  </a:moveTo>
                  <a:lnTo>
                    <a:pt x="2082979" y="625771"/>
                  </a:lnTo>
                  <a:lnTo>
                    <a:pt x="2086524" y="620848"/>
                  </a:lnTo>
                  <a:lnTo>
                    <a:pt x="2090856" y="626067"/>
                  </a:lnTo>
                  <a:close/>
                </a:path>
                <a:path w="2470784" h="4259580">
                  <a:moveTo>
                    <a:pt x="2115275" y="678056"/>
                  </a:moveTo>
                  <a:lnTo>
                    <a:pt x="2119607" y="667619"/>
                  </a:lnTo>
                  <a:lnTo>
                    <a:pt x="2125712" y="677269"/>
                  </a:lnTo>
                  <a:lnTo>
                    <a:pt x="2115275" y="678056"/>
                  </a:lnTo>
                  <a:close/>
                </a:path>
                <a:path w="2470784" h="4259580">
                  <a:moveTo>
                    <a:pt x="1435292" y="283338"/>
                  </a:moveTo>
                  <a:lnTo>
                    <a:pt x="1438148" y="271759"/>
                  </a:lnTo>
                  <a:lnTo>
                    <a:pt x="1445237" y="282413"/>
                  </a:lnTo>
                  <a:lnTo>
                    <a:pt x="1435292" y="283338"/>
                  </a:lnTo>
                  <a:close/>
                </a:path>
                <a:path w="2470784" h="4259580">
                  <a:moveTo>
                    <a:pt x="1431059" y="225451"/>
                  </a:moveTo>
                  <a:lnTo>
                    <a:pt x="1426136" y="220951"/>
                  </a:lnTo>
                  <a:lnTo>
                    <a:pt x="1441003" y="210484"/>
                  </a:lnTo>
                  <a:lnTo>
                    <a:pt x="1445139" y="217101"/>
                  </a:lnTo>
                  <a:lnTo>
                    <a:pt x="1436179" y="224752"/>
                  </a:lnTo>
                  <a:lnTo>
                    <a:pt x="1431059" y="225451"/>
                  </a:lnTo>
                  <a:close/>
                </a:path>
                <a:path w="2470784" h="4259580">
                  <a:moveTo>
                    <a:pt x="1439498" y="336185"/>
                  </a:moveTo>
                  <a:lnTo>
                    <a:pt x="1436573" y="336185"/>
                  </a:lnTo>
                  <a:lnTo>
                    <a:pt x="1441988" y="333418"/>
                  </a:lnTo>
                  <a:lnTo>
                    <a:pt x="1439498" y="336185"/>
                  </a:lnTo>
                  <a:close/>
                </a:path>
                <a:path w="2470784" h="4259580">
                  <a:moveTo>
                    <a:pt x="1405359" y="254065"/>
                  </a:moveTo>
                  <a:lnTo>
                    <a:pt x="1400929" y="247684"/>
                  </a:lnTo>
                  <a:lnTo>
                    <a:pt x="1406935" y="251761"/>
                  </a:lnTo>
                  <a:lnTo>
                    <a:pt x="1405359" y="254065"/>
                  </a:lnTo>
                  <a:close/>
                </a:path>
                <a:path w="2470784" h="4259580">
                  <a:moveTo>
                    <a:pt x="1416289" y="252292"/>
                  </a:moveTo>
                  <a:lnTo>
                    <a:pt x="1409397" y="250599"/>
                  </a:lnTo>
                  <a:lnTo>
                    <a:pt x="1409692" y="240723"/>
                  </a:lnTo>
                  <a:lnTo>
                    <a:pt x="1424166" y="248639"/>
                  </a:lnTo>
                  <a:lnTo>
                    <a:pt x="1416289" y="252292"/>
                  </a:lnTo>
                  <a:close/>
                </a:path>
                <a:path w="2470784" h="4259580">
                  <a:moveTo>
                    <a:pt x="1478321" y="344534"/>
                  </a:moveTo>
                  <a:lnTo>
                    <a:pt x="1474481" y="341876"/>
                  </a:lnTo>
                  <a:lnTo>
                    <a:pt x="1479896" y="335259"/>
                  </a:lnTo>
                  <a:lnTo>
                    <a:pt x="1478321" y="344534"/>
                  </a:lnTo>
                  <a:close/>
                </a:path>
                <a:path w="2470784" h="4259580">
                  <a:moveTo>
                    <a:pt x="1458333" y="277253"/>
                  </a:moveTo>
                  <a:lnTo>
                    <a:pt x="1457348" y="269524"/>
                  </a:lnTo>
                  <a:lnTo>
                    <a:pt x="1461779" y="274368"/>
                  </a:lnTo>
                  <a:lnTo>
                    <a:pt x="1458333" y="277253"/>
                  </a:lnTo>
                  <a:close/>
                </a:path>
                <a:path w="2470784" h="4259580">
                  <a:moveTo>
                    <a:pt x="1452425" y="368777"/>
                  </a:moveTo>
                  <a:lnTo>
                    <a:pt x="1450850" y="363460"/>
                  </a:lnTo>
                  <a:lnTo>
                    <a:pt x="1454887" y="368383"/>
                  </a:lnTo>
                  <a:lnTo>
                    <a:pt x="1452425" y="368777"/>
                  </a:lnTo>
                  <a:close/>
                </a:path>
                <a:path w="2470784" h="4259580">
                  <a:moveTo>
                    <a:pt x="1435292" y="143636"/>
                  </a:moveTo>
                  <a:lnTo>
                    <a:pt x="1443366" y="136832"/>
                  </a:lnTo>
                  <a:lnTo>
                    <a:pt x="1447305" y="142218"/>
                  </a:lnTo>
                  <a:lnTo>
                    <a:pt x="1435292" y="143636"/>
                  </a:lnTo>
                  <a:close/>
                </a:path>
                <a:path w="2470784" h="4259580">
                  <a:moveTo>
                    <a:pt x="1395514" y="274447"/>
                  </a:moveTo>
                  <a:lnTo>
                    <a:pt x="1393643" y="271296"/>
                  </a:lnTo>
                  <a:lnTo>
                    <a:pt x="1398757" y="271296"/>
                  </a:lnTo>
                  <a:lnTo>
                    <a:pt x="1395514" y="274447"/>
                  </a:lnTo>
                  <a:close/>
                </a:path>
                <a:path w="2470784" h="4259580">
                  <a:moveTo>
                    <a:pt x="1399645" y="309225"/>
                  </a:moveTo>
                  <a:lnTo>
                    <a:pt x="1396892" y="309225"/>
                  </a:lnTo>
                  <a:lnTo>
                    <a:pt x="1402209" y="306261"/>
                  </a:lnTo>
                  <a:lnTo>
                    <a:pt x="1399645" y="309225"/>
                  </a:lnTo>
                  <a:close/>
                </a:path>
                <a:path w="2470784" h="4259580">
                  <a:moveTo>
                    <a:pt x="1436179" y="128177"/>
                  </a:moveTo>
                  <a:lnTo>
                    <a:pt x="1438444" y="123175"/>
                  </a:lnTo>
                  <a:lnTo>
                    <a:pt x="1441397" y="124524"/>
                  </a:lnTo>
                  <a:lnTo>
                    <a:pt x="1436179" y="128177"/>
                  </a:lnTo>
                  <a:close/>
                </a:path>
                <a:path w="2470784" h="4259580">
                  <a:moveTo>
                    <a:pt x="1468377" y="145408"/>
                  </a:moveTo>
                  <a:lnTo>
                    <a:pt x="1472217" y="134754"/>
                  </a:lnTo>
                  <a:lnTo>
                    <a:pt x="1484033" y="135404"/>
                  </a:lnTo>
                  <a:lnTo>
                    <a:pt x="1485312" y="137718"/>
                  </a:lnTo>
                  <a:lnTo>
                    <a:pt x="1468377" y="145408"/>
                  </a:lnTo>
                  <a:close/>
                </a:path>
                <a:path w="2470784" h="4259580">
                  <a:moveTo>
                    <a:pt x="1485804" y="167524"/>
                  </a:moveTo>
                  <a:lnTo>
                    <a:pt x="1478518" y="158179"/>
                  </a:lnTo>
                  <a:lnTo>
                    <a:pt x="1488167" y="156948"/>
                  </a:lnTo>
                  <a:lnTo>
                    <a:pt x="1485804" y="167524"/>
                  </a:lnTo>
                  <a:close/>
                </a:path>
                <a:path w="2470784" h="4259580">
                  <a:moveTo>
                    <a:pt x="1462961" y="208022"/>
                  </a:moveTo>
                  <a:lnTo>
                    <a:pt x="1464635" y="198176"/>
                  </a:lnTo>
                  <a:lnTo>
                    <a:pt x="1464931" y="191490"/>
                  </a:lnTo>
                  <a:lnTo>
                    <a:pt x="1481473" y="196059"/>
                  </a:lnTo>
                  <a:lnTo>
                    <a:pt x="1462961" y="208022"/>
                  </a:lnTo>
                  <a:close/>
                </a:path>
                <a:path w="2470784" h="4259580">
                  <a:moveTo>
                    <a:pt x="1396794" y="149140"/>
                  </a:moveTo>
                  <a:lnTo>
                    <a:pt x="1392757" y="141598"/>
                  </a:lnTo>
                  <a:lnTo>
                    <a:pt x="1402308" y="138673"/>
                  </a:lnTo>
                  <a:lnTo>
                    <a:pt x="1404277" y="142828"/>
                  </a:lnTo>
                  <a:lnTo>
                    <a:pt x="1396794" y="149140"/>
                  </a:lnTo>
                  <a:close/>
                </a:path>
                <a:path w="2470784" h="4259580">
                  <a:moveTo>
                    <a:pt x="1404277" y="227568"/>
                  </a:moveTo>
                  <a:lnTo>
                    <a:pt x="1394235" y="218489"/>
                  </a:lnTo>
                  <a:lnTo>
                    <a:pt x="1404573" y="215063"/>
                  </a:lnTo>
                  <a:lnTo>
                    <a:pt x="1404277" y="227568"/>
                  </a:lnTo>
                  <a:close/>
                </a:path>
                <a:path w="2470784" h="4259580">
                  <a:moveTo>
                    <a:pt x="1416388" y="181949"/>
                  </a:moveTo>
                  <a:lnTo>
                    <a:pt x="1407231" y="178020"/>
                  </a:lnTo>
                  <a:lnTo>
                    <a:pt x="1410185" y="169483"/>
                  </a:lnTo>
                  <a:lnTo>
                    <a:pt x="1419539" y="173057"/>
                  </a:lnTo>
                  <a:lnTo>
                    <a:pt x="1416388" y="181949"/>
                  </a:lnTo>
                  <a:close/>
                </a:path>
                <a:path w="2470784" h="4259580">
                  <a:moveTo>
                    <a:pt x="1415994" y="236223"/>
                  </a:moveTo>
                  <a:lnTo>
                    <a:pt x="1409495" y="232215"/>
                  </a:lnTo>
                  <a:lnTo>
                    <a:pt x="1417471" y="221906"/>
                  </a:lnTo>
                  <a:lnTo>
                    <a:pt x="1422394" y="228483"/>
                  </a:lnTo>
                  <a:lnTo>
                    <a:pt x="1415994" y="236223"/>
                  </a:lnTo>
                  <a:close/>
                </a:path>
                <a:path w="2470784" h="4259580">
                  <a:moveTo>
                    <a:pt x="1406739" y="214413"/>
                  </a:moveTo>
                  <a:lnTo>
                    <a:pt x="1403096" y="210907"/>
                  </a:lnTo>
                  <a:lnTo>
                    <a:pt x="1404868" y="204487"/>
                  </a:lnTo>
                  <a:lnTo>
                    <a:pt x="1417177" y="208564"/>
                  </a:lnTo>
                  <a:lnTo>
                    <a:pt x="1406739" y="214413"/>
                  </a:lnTo>
                  <a:close/>
                </a:path>
                <a:path w="2470784" h="4259580">
                  <a:moveTo>
                    <a:pt x="1568316" y="484966"/>
                  </a:moveTo>
                  <a:lnTo>
                    <a:pt x="1566938" y="479944"/>
                  </a:lnTo>
                  <a:lnTo>
                    <a:pt x="1570920" y="479944"/>
                  </a:lnTo>
                  <a:lnTo>
                    <a:pt x="1568316" y="484966"/>
                  </a:lnTo>
                  <a:close/>
                </a:path>
                <a:path w="2470784" h="4259580">
                  <a:moveTo>
                    <a:pt x="1556304" y="211872"/>
                  </a:moveTo>
                  <a:lnTo>
                    <a:pt x="1549214" y="208101"/>
                  </a:lnTo>
                  <a:lnTo>
                    <a:pt x="1555319" y="207560"/>
                  </a:lnTo>
                  <a:lnTo>
                    <a:pt x="1556304" y="211872"/>
                  </a:lnTo>
                  <a:close/>
                </a:path>
                <a:path w="2470784" h="4259580">
                  <a:moveTo>
                    <a:pt x="1561129" y="234293"/>
                  </a:moveTo>
                  <a:lnTo>
                    <a:pt x="1548723" y="231063"/>
                  </a:lnTo>
                  <a:lnTo>
                    <a:pt x="1551381" y="227528"/>
                  </a:lnTo>
                  <a:lnTo>
                    <a:pt x="1561129" y="234293"/>
                  </a:lnTo>
                  <a:close/>
                </a:path>
                <a:path w="2470784" h="4259580">
                  <a:moveTo>
                    <a:pt x="1612723" y="225677"/>
                  </a:moveTo>
                  <a:lnTo>
                    <a:pt x="1610951" y="219376"/>
                  </a:lnTo>
                  <a:lnTo>
                    <a:pt x="1615480" y="218371"/>
                  </a:lnTo>
                  <a:lnTo>
                    <a:pt x="1612723" y="225677"/>
                  </a:lnTo>
                  <a:close/>
                </a:path>
                <a:path w="2470784" h="4259580">
                  <a:moveTo>
                    <a:pt x="1585154" y="337111"/>
                  </a:moveTo>
                  <a:lnTo>
                    <a:pt x="1583578" y="323256"/>
                  </a:lnTo>
                  <a:lnTo>
                    <a:pt x="1593326" y="328219"/>
                  </a:lnTo>
                  <a:lnTo>
                    <a:pt x="1593523" y="330838"/>
                  </a:lnTo>
                  <a:lnTo>
                    <a:pt x="1585154" y="337111"/>
                  </a:lnTo>
                  <a:close/>
                </a:path>
                <a:path w="2470784" h="4259580">
                  <a:moveTo>
                    <a:pt x="1583578" y="437407"/>
                  </a:moveTo>
                  <a:lnTo>
                    <a:pt x="1581806" y="432287"/>
                  </a:lnTo>
                  <a:lnTo>
                    <a:pt x="1590372" y="437210"/>
                  </a:lnTo>
                  <a:lnTo>
                    <a:pt x="1583578" y="437407"/>
                  </a:lnTo>
                  <a:close/>
                </a:path>
                <a:path w="2470784" h="4259580">
                  <a:moveTo>
                    <a:pt x="1600021" y="194523"/>
                  </a:moveTo>
                  <a:lnTo>
                    <a:pt x="1595984" y="187020"/>
                  </a:lnTo>
                  <a:lnTo>
                    <a:pt x="1601991" y="182599"/>
                  </a:lnTo>
                  <a:lnTo>
                    <a:pt x="1606225" y="192258"/>
                  </a:lnTo>
                  <a:lnTo>
                    <a:pt x="1600021" y="194523"/>
                  </a:lnTo>
                  <a:close/>
                </a:path>
                <a:path w="2470784" h="4259580">
                  <a:moveTo>
                    <a:pt x="1536612" y="272104"/>
                  </a:moveTo>
                  <a:lnTo>
                    <a:pt x="1527553" y="262602"/>
                  </a:lnTo>
                  <a:lnTo>
                    <a:pt x="1533954" y="260839"/>
                  </a:lnTo>
                  <a:lnTo>
                    <a:pt x="1536612" y="272104"/>
                  </a:lnTo>
                  <a:close/>
                </a:path>
                <a:path w="2470784" h="4259580">
                  <a:moveTo>
                    <a:pt x="1522236" y="328761"/>
                  </a:moveTo>
                  <a:lnTo>
                    <a:pt x="1524501" y="315911"/>
                  </a:lnTo>
                  <a:lnTo>
                    <a:pt x="1531886" y="319416"/>
                  </a:lnTo>
                  <a:lnTo>
                    <a:pt x="1531098" y="327412"/>
                  </a:lnTo>
                  <a:lnTo>
                    <a:pt x="1522236" y="328761"/>
                  </a:lnTo>
                  <a:close/>
                </a:path>
                <a:path w="2470784" h="4259580">
                  <a:moveTo>
                    <a:pt x="1523319" y="247605"/>
                  </a:moveTo>
                  <a:lnTo>
                    <a:pt x="1523418" y="234027"/>
                  </a:lnTo>
                  <a:lnTo>
                    <a:pt x="1538679" y="236715"/>
                  </a:lnTo>
                  <a:lnTo>
                    <a:pt x="1538680" y="239068"/>
                  </a:lnTo>
                  <a:lnTo>
                    <a:pt x="1523319" y="247605"/>
                  </a:lnTo>
                  <a:close/>
                </a:path>
                <a:path w="2470784" h="4259580">
                  <a:moveTo>
                    <a:pt x="1505300" y="342723"/>
                  </a:moveTo>
                  <a:lnTo>
                    <a:pt x="1506974" y="333142"/>
                  </a:lnTo>
                  <a:lnTo>
                    <a:pt x="1509140" y="334875"/>
                  </a:lnTo>
                  <a:lnTo>
                    <a:pt x="1505300" y="342723"/>
                  </a:lnTo>
                  <a:close/>
                </a:path>
                <a:path w="2470784" h="4259580">
                  <a:moveTo>
                    <a:pt x="1521842" y="470590"/>
                  </a:moveTo>
                  <a:lnTo>
                    <a:pt x="1516919" y="469901"/>
                  </a:lnTo>
                  <a:lnTo>
                    <a:pt x="1519676" y="465076"/>
                  </a:lnTo>
                  <a:lnTo>
                    <a:pt x="1521842" y="470590"/>
                  </a:lnTo>
                  <a:close/>
                </a:path>
                <a:path w="2470784" h="4259580">
                  <a:moveTo>
                    <a:pt x="1570679" y="361884"/>
                  </a:moveTo>
                  <a:lnTo>
                    <a:pt x="1561030" y="349379"/>
                  </a:lnTo>
                  <a:lnTo>
                    <a:pt x="1563885" y="347114"/>
                  </a:lnTo>
                  <a:lnTo>
                    <a:pt x="1578556" y="349871"/>
                  </a:lnTo>
                  <a:lnTo>
                    <a:pt x="1581547" y="360407"/>
                  </a:lnTo>
                  <a:lnTo>
                    <a:pt x="1574125" y="360407"/>
                  </a:lnTo>
                  <a:lnTo>
                    <a:pt x="1570679" y="361884"/>
                  </a:lnTo>
                  <a:close/>
                </a:path>
                <a:path w="2470784" h="4259580">
                  <a:moveTo>
                    <a:pt x="1583085" y="365823"/>
                  </a:moveTo>
                  <a:lnTo>
                    <a:pt x="1574125" y="360407"/>
                  </a:lnTo>
                  <a:lnTo>
                    <a:pt x="1581547" y="360407"/>
                  </a:lnTo>
                  <a:lnTo>
                    <a:pt x="1583085" y="365823"/>
                  </a:lnTo>
                  <a:close/>
                </a:path>
                <a:path w="2470784" h="4259580">
                  <a:moveTo>
                    <a:pt x="1568020" y="303987"/>
                  </a:moveTo>
                  <a:lnTo>
                    <a:pt x="1567725" y="288912"/>
                  </a:lnTo>
                  <a:lnTo>
                    <a:pt x="1576685" y="284451"/>
                  </a:lnTo>
                  <a:lnTo>
                    <a:pt x="1578851" y="285101"/>
                  </a:lnTo>
                  <a:lnTo>
                    <a:pt x="1577473" y="303760"/>
                  </a:lnTo>
                  <a:lnTo>
                    <a:pt x="1568020" y="303987"/>
                  </a:lnTo>
                  <a:close/>
                </a:path>
                <a:path w="2470784" h="4259580">
                  <a:moveTo>
                    <a:pt x="1573535" y="269603"/>
                  </a:moveTo>
                  <a:lnTo>
                    <a:pt x="1564476" y="266983"/>
                  </a:lnTo>
                  <a:lnTo>
                    <a:pt x="1564969" y="263754"/>
                  </a:lnTo>
                  <a:lnTo>
                    <a:pt x="1573535" y="269603"/>
                  </a:lnTo>
                  <a:close/>
                </a:path>
                <a:path w="2470784" h="4259580">
                  <a:moveTo>
                    <a:pt x="1552267" y="153719"/>
                  </a:moveTo>
                  <a:lnTo>
                    <a:pt x="1549509" y="153217"/>
                  </a:lnTo>
                  <a:lnTo>
                    <a:pt x="1547540" y="144404"/>
                  </a:lnTo>
                  <a:lnTo>
                    <a:pt x="1559356" y="147181"/>
                  </a:lnTo>
                  <a:lnTo>
                    <a:pt x="1552267" y="153719"/>
                  </a:lnTo>
                  <a:close/>
                </a:path>
                <a:path w="2470784" h="4259580">
                  <a:moveTo>
                    <a:pt x="1549510" y="167140"/>
                  </a:moveTo>
                  <a:lnTo>
                    <a:pt x="1556205" y="153364"/>
                  </a:lnTo>
                  <a:lnTo>
                    <a:pt x="1563590" y="165141"/>
                  </a:lnTo>
                  <a:lnTo>
                    <a:pt x="1549510" y="167140"/>
                  </a:lnTo>
                  <a:close/>
                </a:path>
                <a:path w="2470784" h="4259580">
                  <a:moveTo>
                    <a:pt x="1924261" y="692127"/>
                  </a:moveTo>
                  <a:lnTo>
                    <a:pt x="1930661" y="686219"/>
                  </a:lnTo>
                  <a:lnTo>
                    <a:pt x="1933517" y="691241"/>
                  </a:lnTo>
                  <a:lnTo>
                    <a:pt x="1924261" y="692127"/>
                  </a:lnTo>
                  <a:close/>
                </a:path>
                <a:path w="2470784" h="4259580">
                  <a:moveTo>
                    <a:pt x="1940508" y="676372"/>
                  </a:moveTo>
                  <a:lnTo>
                    <a:pt x="1940508" y="671449"/>
                  </a:lnTo>
                  <a:lnTo>
                    <a:pt x="1945529" y="665935"/>
                  </a:lnTo>
                  <a:lnTo>
                    <a:pt x="1951929" y="672335"/>
                  </a:lnTo>
                  <a:lnTo>
                    <a:pt x="1940508" y="676372"/>
                  </a:lnTo>
                  <a:close/>
                </a:path>
                <a:path w="2470784" h="4259580">
                  <a:moveTo>
                    <a:pt x="1737181" y="574953"/>
                  </a:moveTo>
                  <a:lnTo>
                    <a:pt x="1735015" y="570916"/>
                  </a:lnTo>
                  <a:lnTo>
                    <a:pt x="1742794" y="571605"/>
                  </a:lnTo>
                  <a:lnTo>
                    <a:pt x="1737181" y="574953"/>
                  </a:lnTo>
                  <a:close/>
                </a:path>
                <a:path w="2470784" h="4259580">
                  <a:moveTo>
                    <a:pt x="1737963" y="638561"/>
                  </a:moveTo>
                  <a:lnTo>
                    <a:pt x="1735212" y="638561"/>
                  </a:lnTo>
                  <a:lnTo>
                    <a:pt x="1740627" y="635706"/>
                  </a:lnTo>
                  <a:lnTo>
                    <a:pt x="1737963" y="638561"/>
                  </a:lnTo>
                  <a:close/>
                </a:path>
                <a:path w="2470784" h="4259580">
                  <a:moveTo>
                    <a:pt x="1813096" y="673418"/>
                  </a:moveTo>
                  <a:lnTo>
                    <a:pt x="1815361" y="666230"/>
                  </a:lnTo>
                  <a:lnTo>
                    <a:pt x="1819989" y="672729"/>
                  </a:lnTo>
                  <a:lnTo>
                    <a:pt x="1813096" y="673418"/>
                  </a:lnTo>
                  <a:close/>
                </a:path>
                <a:path w="2470784" h="4259580">
                  <a:moveTo>
                    <a:pt x="1786214" y="502776"/>
                  </a:moveTo>
                  <a:lnTo>
                    <a:pt x="1779224" y="486726"/>
                  </a:lnTo>
                  <a:lnTo>
                    <a:pt x="1791728" y="491944"/>
                  </a:lnTo>
                  <a:lnTo>
                    <a:pt x="1786214" y="502776"/>
                  </a:lnTo>
                  <a:close/>
                </a:path>
                <a:path w="2470784" h="4259580">
                  <a:moveTo>
                    <a:pt x="1691789" y="509471"/>
                  </a:moveTo>
                  <a:lnTo>
                    <a:pt x="1696317" y="501988"/>
                  </a:lnTo>
                  <a:lnTo>
                    <a:pt x="1697991" y="508782"/>
                  </a:lnTo>
                  <a:lnTo>
                    <a:pt x="1691789" y="509471"/>
                  </a:lnTo>
                  <a:close/>
                </a:path>
                <a:path w="2470784" h="4259580">
                  <a:moveTo>
                    <a:pt x="1941491" y="608725"/>
                  </a:moveTo>
                  <a:lnTo>
                    <a:pt x="1937848" y="606952"/>
                  </a:lnTo>
                  <a:lnTo>
                    <a:pt x="1937257" y="604294"/>
                  </a:lnTo>
                  <a:lnTo>
                    <a:pt x="1941491" y="608725"/>
                  </a:lnTo>
                  <a:close/>
                </a:path>
                <a:path w="2470784" h="4259580">
                  <a:moveTo>
                    <a:pt x="1854844" y="646732"/>
                  </a:moveTo>
                  <a:lnTo>
                    <a:pt x="1850020" y="642301"/>
                  </a:lnTo>
                  <a:lnTo>
                    <a:pt x="1857897" y="642006"/>
                  </a:lnTo>
                  <a:lnTo>
                    <a:pt x="1854844" y="646732"/>
                  </a:lnTo>
                  <a:close/>
                </a:path>
                <a:path w="2470784" h="4259580">
                  <a:moveTo>
                    <a:pt x="1944051" y="684444"/>
                  </a:moveTo>
                  <a:lnTo>
                    <a:pt x="1938439" y="683951"/>
                  </a:lnTo>
                  <a:lnTo>
                    <a:pt x="1941590" y="680308"/>
                  </a:lnTo>
                  <a:lnTo>
                    <a:pt x="1944051" y="684444"/>
                  </a:lnTo>
                  <a:close/>
                </a:path>
              </a:pathLst>
            </a:custGeom>
            <a:solidFill>
              <a:srgbClr val="4B6F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14645" y="3113475"/>
              <a:ext cx="4058190" cy="4914250"/>
            </a:xfrm>
            <a:prstGeom prst="rect">
              <a:avLst/>
            </a:prstGeom>
          </p:spPr>
        </p:pic>
      </p:grpSp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17590">
              <a:lnSpc>
                <a:spcPct val="100000"/>
              </a:lnSpc>
              <a:spcBef>
                <a:spcPts val="100"/>
              </a:spcBef>
            </a:pPr>
            <a:r>
              <a:rPr spc="-459" dirty="0"/>
              <a:t>OBJECTIVES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60B549-826B-2E1C-5EE8-F6EEBF586DFE}"/>
              </a:ext>
            </a:extLst>
          </p:cNvPr>
          <p:cNvSpPr txBox="1"/>
          <p:nvPr/>
        </p:nvSpPr>
        <p:spPr>
          <a:xfrm>
            <a:off x="2001025" y="2477445"/>
            <a:ext cx="10668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3600" dirty="0">
                <a:latin typeface="Century" panose="02040604050505020304" pitchFamily="18" charset="0"/>
              </a:rPr>
              <a:t>Collect laptop data from Flipkart using web scraping.</a:t>
            </a:r>
            <a:br>
              <a:rPr lang="en-IN" sz="3600" dirty="0">
                <a:latin typeface="Century" panose="02040604050505020304" pitchFamily="18" charset="0"/>
              </a:rPr>
            </a:br>
            <a:endParaRPr lang="en-IN" sz="3600" dirty="0">
              <a:latin typeface="Century" panose="020406040505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3600" dirty="0">
                <a:latin typeface="Century" panose="02040604050505020304" pitchFamily="18" charset="0"/>
              </a:rPr>
              <a:t>Extract key details such as price, specifications, discounts, and ratings.</a:t>
            </a:r>
            <a:br>
              <a:rPr lang="en-IN" sz="3600" dirty="0">
                <a:latin typeface="Century" panose="02040604050505020304" pitchFamily="18" charset="0"/>
              </a:rPr>
            </a:br>
            <a:endParaRPr lang="en-IN" sz="3600" dirty="0">
              <a:latin typeface="Century" panose="020406040505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3600" dirty="0">
                <a:latin typeface="Century" panose="02040604050505020304" pitchFamily="18" charset="0"/>
              </a:rPr>
              <a:t>Perform data cleaning and Exploratory Data Analysis (EDA).</a:t>
            </a:r>
            <a:br>
              <a:rPr lang="en-IN" sz="3600" dirty="0">
                <a:latin typeface="Century" panose="02040604050505020304" pitchFamily="18" charset="0"/>
              </a:rPr>
            </a:br>
            <a:endParaRPr lang="en-IN" sz="3600" dirty="0">
              <a:latin typeface="Century" panose="020406040505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3600" dirty="0">
                <a:latin typeface="Century" panose="02040604050505020304" pitchFamily="18" charset="0"/>
              </a:rPr>
              <a:t>Identify market trends and generate meaningful insights through visualizations.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172647A-A234-8DB5-6186-EF42D6D039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3606836" y="3583272"/>
            <a:ext cx="2967995" cy="29679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4">
            <a:extLst>
              <a:ext uri="{FF2B5EF4-FFF2-40B4-BE49-F238E27FC236}">
                <a16:creationId xmlns:a16="http://schemas.microsoft.com/office/drawing/2014/main" id="{2D91FED9-21BB-9EB9-DFAC-765CF2611362}"/>
              </a:ext>
            </a:extLst>
          </p:cNvPr>
          <p:cNvSpPr/>
          <p:nvPr/>
        </p:nvSpPr>
        <p:spPr>
          <a:xfrm>
            <a:off x="2718356" y="1980111"/>
            <a:ext cx="12922041" cy="6848682"/>
          </a:xfrm>
          <a:custGeom>
            <a:avLst/>
            <a:gdLst/>
            <a:ahLst/>
            <a:cxnLst/>
            <a:rect l="l" t="t" r="r" b="b"/>
            <a:pathLst>
              <a:path w="12922041" h="6848682">
                <a:moveTo>
                  <a:pt x="0" y="0"/>
                </a:moveTo>
                <a:lnTo>
                  <a:pt x="12922042" y="0"/>
                </a:lnTo>
                <a:lnTo>
                  <a:pt x="12922042" y="6848682"/>
                </a:lnTo>
                <a:lnTo>
                  <a:pt x="0" y="68486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FAC1F9-2D68-C807-78BA-5572182343EE}"/>
              </a:ext>
            </a:extLst>
          </p:cNvPr>
          <p:cNvSpPr txBox="1"/>
          <p:nvPr/>
        </p:nvSpPr>
        <p:spPr>
          <a:xfrm>
            <a:off x="5638800" y="257878"/>
            <a:ext cx="9067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>
                <a:latin typeface="Berlin Sans FB Demi" panose="020E0802020502020306" pitchFamily="34" charset="0"/>
              </a:rPr>
              <a:t>Libraries Used</a:t>
            </a:r>
          </a:p>
        </p:txBody>
      </p:sp>
    </p:spTree>
    <p:extLst>
      <p:ext uri="{BB962C8B-B14F-4D97-AF65-F5344CB8AC3E}">
        <p14:creationId xmlns:p14="http://schemas.microsoft.com/office/powerpoint/2010/main" val="2941899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16">
            <a:extLst>
              <a:ext uri="{FF2B5EF4-FFF2-40B4-BE49-F238E27FC236}">
                <a16:creationId xmlns:a16="http://schemas.microsoft.com/office/drawing/2014/main" id="{2ADCE44A-FB53-6DFB-67AF-FEE9843954B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21338" y="2476500"/>
            <a:ext cx="5551325" cy="54578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446A615-5085-1E44-F886-660F08B3EFFD}"/>
              </a:ext>
            </a:extLst>
          </p:cNvPr>
          <p:cNvSpPr txBox="1"/>
          <p:nvPr/>
        </p:nvSpPr>
        <p:spPr>
          <a:xfrm>
            <a:off x="6477000" y="419100"/>
            <a:ext cx="55513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solidFill>
                  <a:srgbClr val="1F1D1D"/>
                </a:solidFill>
                <a:latin typeface="Berlin Sans FB Demi" panose="020E0802020502020306" pitchFamily="34" charset="0"/>
              </a:rPr>
              <a:t>Problem</a:t>
            </a:r>
            <a:r>
              <a:rPr lang="en-IN" sz="4400" b="1" spc="-15" dirty="0">
                <a:solidFill>
                  <a:srgbClr val="1F1D1D"/>
                </a:solidFill>
                <a:latin typeface="Berlin Sans FB Demi" panose="020E0802020502020306" pitchFamily="34" charset="0"/>
              </a:rPr>
              <a:t> </a:t>
            </a:r>
            <a:r>
              <a:rPr lang="en-IN" sz="4400" b="1" spc="-10" dirty="0">
                <a:solidFill>
                  <a:srgbClr val="1F1D1D"/>
                </a:solidFill>
                <a:latin typeface="Berlin Sans FB Demi" panose="020E0802020502020306" pitchFamily="34" charset="0"/>
              </a:rPr>
              <a:t>Statements</a:t>
            </a:r>
            <a:endParaRPr lang="en-IN" b="1" dirty="0">
              <a:latin typeface="Berlin Sans FB Demi" panose="020E0802020502020306" pitchFamily="34" charset="0"/>
            </a:endParaRPr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0462DF3A-C045-0818-698A-108AFFB16E1A}"/>
              </a:ext>
            </a:extLst>
          </p:cNvPr>
          <p:cNvSpPr txBox="1"/>
          <p:nvPr/>
        </p:nvSpPr>
        <p:spPr>
          <a:xfrm>
            <a:off x="1453438" y="2247900"/>
            <a:ext cx="9437524" cy="60067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0700" indent="-4572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v"/>
              <a:tabLst>
                <a:tab pos="406400" algn="l"/>
              </a:tabLst>
            </a:pPr>
            <a:r>
              <a:rPr sz="3200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Identify</a:t>
            </a:r>
            <a:r>
              <a:rPr sz="3200" spc="-45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 </a:t>
            </a:r>
            <a:r>
              <a:rPr sz="3200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pricing</a:t>
            </a:r>
            <a:r>
              <a:rPr sz="3200" spc="-40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 </a:t>
            </a:r>
            <a:r>
              <a:rPr sz="3200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trends</a:t>
            </a:r>
            <a:r>
              <a:rPr sz="3200" spc="-40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 </a:t>
            </a:r>
            <a:r>
              <a:rPr sz="3200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across</a:t>
            </a:r>
            <a:r>
              <a:rPr sz="3200" spc="-40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 </a:t>
            </a:r>
            <a:r>
              <a:rPr sz="3200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laptop</a:t>
            </a:r>
            <a:r>
              <a:rPr sz="3200" spc="-40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 </a:t>
            </a:r>
            <a:r>
              <a:rPr sz="3200" spc="-10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brands.</a:t>
            </a:r>
            <a:endParaRPr sz="3200" dirty="0">
              <a:latin typeface="Lucida Sans" panose="020B0602030504020204" pitchFamily="34" charset="0"/>
              <a:cs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505"/>
              </a:spcBef>
              <a:buFont typeface="Wingdings" panose="05000000000000000000" pitchFamily="2" charset="2"/>
              <a:buChar char="v"/>
            </a:pPr>
            <a:endParaRPr sz="3200" dirty="0">
              <a:latin typeface="Lucida Sans" panose="020B0602030504020204" pitchFamily="34" charset="0"/>
              <a:cs typeface="Calibri"/>
            </a:endParaRPr>
          </a:p>
          <a:p>
            <a:pPr marL="520700" indent="-457200">
              <a:lnSpc>
                <a:spcPct val="100000"/>
              </a:lnSpc>
              <a:buFont typeface="Wingdings" panose="05000000000000000000" pitchFamily="2" charset="2"/>
              <a:buChar char="v"/>
              <a:tabLst>
                <a:tab pos="406400" algn="l"/>
              </a:tabLst>
            </a:pPr>
            <a:r>
              <a:rPr sz="3200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Compare</a:t>
            </a:r>
            <a:r>
              <a:rPr sz="3200" spc="-50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 </a:t>
            </a:r>
            <a:r>
              <a:rPr sz="3200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processors,</a:t>
            </a:r>
            <a:r>
              <a:rPr sz="3200" spc="-40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 </a:t>
            </a:r>
            <a:r>
              <a:rPr sz="3200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RAM,</a:t>
            </a:r>
            <a:r>
              <a:rPr sz="3200" spc="-45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 </a:t>
            </a:r>
            <a:r>
              <a:rPr sz="3200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and</a:t>
            </a:r>
            <a:r>
              <a:rPr sz="3200" spc="-45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 </a:t>
            </a:r>
            <a:r>
              <a:rPr sz="3200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SSD</a:t>
            </a:r>
            <a:r>
              <a:rPr sz="3200" spc="-45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 </a:t>
            </a:r>
            <a:r>
              <a:rPr sz="3200" spc="-10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configurations.</a:t>
            </a:r>
            <a:endParaRPr sz="3200" dirty="0">
              <a:latin typeface="Lucida Sans" panose="020B0602030504020204" pitchFamily="34" charset="0"/>
              <a:cs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1255"/>
              </a:spcBef>
              <a:buFont typeface="Wingdings" panose="05000000000000000000" pitchFamily="2" charset="2"/>
              <a:buChar char="v"/>
            </a:pPr>
            <a:endParaRPr sz="3200" dirty="0">
              <a:latin typeface="Lucida Sans" panose="020B0602030504020204" pitchFamily="34" charset="0"/>
              <a:cs typeface="Calibri"/>
            </a:endParaRPr>
          </a:p>
          <a:p>
            <a:pPr marL="520700" indent="-457200">
              <a:lnSpc>
                <a:spcPct val="100000"/>
              </a:lnSpc>
              <a:buFont typeface="Wingdings" panose="05000000000000000000" pitchFamily="2" charset="2"/>
              <a:buChar char="v"/>
              <a:tabLst>
                <a:tab pos="406400" algn="l"/>
              </a:tabLst>
            </a:pPr>
            <a:r>
              <a:rPr sz="3200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Analyze</a:t>
            </a:r>
            <a:r>
              <a:rPr sz="3200" spc="-55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 </a:t>
            </a:r>
            <a:r>
              <a:rPr sz="3200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customer</a:t>
            </a:r>
            <a:r>
              <a:rPr sz="3200" spc="-55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 </a:t>
            </a:r>
            <a:r>
              <a:rPr sz="3200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ratings</a:t>
            </a:r>
            <a:r>
              <a:rPr sz="3200" spc="-55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 </a:t>
            </a:r>
            <a:r>
              <a:rPr sz="3200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and</a:t>
            </a:r>
            <a:r>
              <a:rPr sz="3200" spc="-50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 </a:t>
            </a:r>
            <a:r>
              <a:rPr sz="3200" spc="-10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discounts.</a:t>
            </a:r>
            <a:endParaRPr sz="3200" dirty="0">
              <a:latin typeface="Lucida Sans" panose="020B0602030504020204" pitchFamily="34" charset="0"/>
              <a:cs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1639"/>
              </a:spcBef>
              <a:buFont typeface="Wingdings" panose="05000000000000000000" pitchFamily="2" charset="2"/>
              <a:buChar char="v"/>
            </a:pPr>
            <a:endParaRPr sz="3200" dirty="0">
              <a:latin typeface="Lucida Sans" panose="020B0602030504020204" pitchFamily="34" charset="0"/>
              <a:cs typeface="Calibri"/>
            </a:endParaRPr>
          </a:p>
          <a:p>
            <a:pPr marL="520700" indent="-457200">
              <a:lnSpc>
                <a:spcPct val="100000"/>
              </a:lnSpc>
              <a:buFont typeface="Wingdings" panose="05000000000000000000" pitchFamily="2" charset="2"/>
              <a:buChar char="v"/>
              <a:tabLst>
                <a:tab pos="406400" algn="l"/>
              </a:tabLst>
            </a:pPr>
            <a:r>
              <a:rPr sz="3200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Discover</a:t>
            </a:r>
            <a:r>
              <a:rPr sz="3200" spc="-45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 </a:t>
            </a:r>
            <a:r>
              <a:rPr sz="3200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factors</a:t>
            </a:r>
            <a:r>
              <a:rPr sz="3200" spc="-40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 </a:t>
            </a:r>
            <a:r>
              <a:rPr sz="3200" spc="-10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influencing</a:t>
            </a:r>
            <a:r>
              <a:rPr sz="3200" spc="-45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 </a:t>
            </a:r>
            <a:r>
              <a:rPr sz="3200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laptop</a:t>
            </a:r>
            <a:r>
              <a:rPr sz="3200" spc="-40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 </a:t>
            </a:r>
            <a:r>
              <a:rPr sz="3200" spc="-10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prices.</a:t>
            </a:r>
            <a:endParaRPr sz="3200" dirty="0">
              <a:latin typeface="Lucida Sans" panose="020B0602030504020204" pitchFamily="34" charset="0"/>
              <a:cs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1095"/>
              </a:spcBef>
              <a:buFont typeface="Wingdings" panose="05000000000000000000" pitchFamily="2" charset="2"/>
              <a:buChar char="v"/>
            </a:pPr>
            <a:endParaRPr sz="3200" dirty="0">
              <a:latin typeface="Lucida Sans" panose="020B0602030504020204" pitchFamily="34" charset="0"/>
              <a:cs typeface="Calibri"/>
            </a:endParaRPr>
          </a:p>
          <a:p>
            <a:pPr marL="520700" indent="-457200">
              <a:lnSpc>
                <a:spcPct val="100000"/>
              </a:lnSpc>
              <a:buFont typeface="Wingdings" panose="05000000000000000000" pitchFamily="2" charset="2"/>
              <a:buChar char="v"/>
              <a:tabLst>
                <a:tab pos="406400" algn="l"/>
              </a:tabLst>
            </a:pPr>
            <a:r>
              <a:rPr sz="3200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Identify</a:t>
            </a:r>
            <a:r>
              <a:rPr sz="3200" spc="-30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 </a:t>
            </a:r>
            <a:r>
              <a:rPr sz="3200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the</a:t>
            </a:r>
            <a:r>
              <a:rPr sz="3200" spc="-30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 </a:t>
            </a:r>
            <a:r>
              <a:rPr sz="3200" spc="-10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characteristics</a:t>
            </a:r>
            <a:r>
              <a:rPr sz="3200" spc="-25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 </a:t>
            </a:r>
            <a:r>
              <a:rPr sz="3200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of</a:t>
            </a:r>
            <a:r>
              <a:rPr sz="3200" spc="-30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 </a:t>
            </a:r>
            <a:r>
              <a:rPr sz="3200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premium</a:t>
            </a:r>
            <a:r>
              <a:rPr sz="3200" spc="-30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 </a:t>
            </a:r>
            <a:r>
              <a:rPr sz="3200" spc="-10" dirty="0">
                <a:solidFill>
                  <a:srgbClr val="3B3434"/>
                </a:solidFill>
                <a:latin typeface="Lucida Sans" panose="020B0602030504020204" pitchFamily="34" charset="0"/>
                <a:cs typeface="Calibri"/>
              </a:rPr>
              <a:t>laptops.</a:t>
            </a:r>
            <a:endParaRPr sz="3200" dirty="0">
              <a:latin typeface="Lucida Sans" panose="020B0602030504020204" pitchFamily="34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69975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D029CF-6D67-FCDB-0A6F-34013D1D4852}"/>
              </a:ext>
            </a:extLst>
          </p:cNvPr>
          <p:cNvSpPr txBox="1"/>
          <p:nvPr/>
        </p:nvSpPr>
        <p:spPr>
          <a:xfrm>
            <a:off x="1104900" y="1714500"/>
            <a:ext cx="1607820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3200" b="1" dirty="0"/>
          </a:p>
          <a:p>
            <a:pPr marL="457200" indent="-457200">
              <a:buFont typeface="+mj-lt"/>
              <a:buAutoNum type="alphaUcPeriod"/>
            </a:pPr>
            <a:r>
              <a:rPr lang="en-IN" sz="3200" b="1" dirty="0"/>
              <a:t>Scraped</a:t>
            </a:r>
            <a:r>
              <a:rPr lang="en-IN" sz="3200" dirty="0"/>
              <a:t> multiple Flipkart laptop listing pages.</a:t>
            </a:r>
            <a:br>
              <a:rPr lang="en-IN" sz="3200" dirty="0"/>
            </a:br>
            <a:endParaRPr lang="en-IN" sz="3200" dirty="0"/>
          </a:p>
          <a:p>
            <a:pPr marL="457200" indent="-457200">
              <a:buFont typeface="+mj-lt"/>
              <a:buAutoNum type="alphaUcPeriod"/>
            </a:pPr>
            <a:r>
              <a:rPr lang="en-IN" sz="3200" b="1" dirty="0"/>
              <a:t>Extracted</a:t>
            </a:r>
            <a:r>
              <a:rPr lang="en-IN" sz="3200" dirty="0"/>
              <a:t> product details such as Brand, Processor, RAM, SSD, Display, Price, Discount, and Rating.</a:t>
            </a:r>
            <a:br>
              <a:rPr lang="en-IN" sz="3200" dirty="0"/>
            </a:br>
            <a:endParaRPr lang="en-IN" sz="3200" dirty="0"/>
          </a:p>
          <a:p>
            <a:pPr marL="457200" indent="-457200">
              <a:buFont typeface="+mj-lt"/>
              <a:buAutoNum type="alphaUcPeriod"/>
            </a:pPr>
            <a:r>
              <a:rPr lang="en-IN" sz="3200" b="1" dirty="0"/>
              <a:t>Applied Regular Expressions (Regex)</a:t>
            </a:r>
            <a:r>
              <a:rPr lang="en-IN" sz="3200" dirty="0"/>
              <a:t> to identify and extract structured patterns from specification text (e.g., RAM, SSD size, processor).</a:t>
            </a:r>
            <a:br>
              <a:rPr lang="en-IN" sz="3200" dirty="0"/>
            </a:br>
            <a:endParaRPr lang="en-IN" sz="3200" dirty="0"/>
          </a:p>
          <a:p>
            <a:pPr marL="457200" indent="-457200">
              <a:buFont typeface="+mj-lt"/>
              <a:buAutoNum type="alphaUcPeriod"/>
            </a:pPr>
            <a:r>
              <a:rPr lang="en-IN" sz="3200" b="1" dirty="0"/>
              <a:t>Cleaned and transformed</a:t>
            </a:r>
            <a:r>
              <a:rPr lang="en-IN" sz="3200" dirty="0"/>
              <a:t> the data by handling missing values, removing duplicates, and standardizing formats.</a:t>
            </a:r>
            <a:br>
              <a:rPr lang="en-IN" sz="3200" dirty="0"/>
            </a:br>
            <a:endParaRPr lang="en-IN" sz="3200" dirty="0"/>
          </a:p>
          <a:p>
            <a:pPr marL="457200" indent="-457200">
              <a:buFont typeface="+mj-lt"/>
              <a:buAutoNum type="alphaUcPeriod"/>
            </a:pPr>
            <a:r>
              <a:rPr lang="en-IN" sz="3200" b="1" dirty="0"/>
              <a:t>Created a structured dataset</a:t>
            </a:r>
            <a:r>
              <a:rPr lang="en-IN" sz="3200" dirty="0"/>
              <a:t> and performed EDA to visualize trends and generate insights.</a:t>
            </a:r>
          </a:p>
          <a:p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D7681D-90DA-086D-76FE-49253856A285}"/>
              </a:ext>
            </a:extLst>
          </p:cNvPr>
          <p:cNvSpPr txBox="1"/>
          <p:nvPr/>
        </p:nvSpPr>
        <p:spPr>
          <a:xfrm>
            <a:off x="6400800" y="678031"/>
            <a:ext cx="5486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latin typeface="Berlin Sans FB Demi" panose="020E0802020502020306" pitchFamily="34" charset="0"/>
              </a:rPr>
              <a:t>Process Involved</a:t>
            </a:r>
          </a:p>
        </p:txBody>
      </p:sp>
    </p:spTree>
    <p:extLst>
      <p:ext uri="{BB962C8B-B14F-4D97-AF65-F5344CB8AC3E}">
        <p14:creationId xmlns:p14="http://schemas.microsoft.com/office/powerpoint/2010/main" val="3522008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0D5A30-28DC-8B58-BC8D-B0FC50D53129}"/>
              </a:ext>
            </a:extLst>
          </p:cNvPr>
          <p:cNvSpPr txBox="1"/>
          <p:nvPr/>
        </p:nvSpPr>
        <p:spPr>
          <a:xfrm>
            <a:off x="6368337" y="321440"/>
            <a:ext cx="55513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solidFill>
                  <a:srgbClr val="1F1D1D"/>
                </a:solidFill>
                <a:latin typeface="Berlin Sans FB Demi" panose="020E0802020502020306" pitchFamily="34" charset="0"/>
              </a:rPr>
              <a:t>Data Overview</a:t>
            </a:r>
            <a:endParaRPr lang="en-IN" b="1" dirty="0">
              <a:latin typeface="Berlin Sans FB Demi" panose="020E0802020502020306" pitchFamily="34" charset="0"/>
            </a:endParaRPr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C5A18DEC-FC92-C88F-65CB-D7AAFC130A4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29800" y="2033319"/>
            <a:ext cx="7924800" cy="7329698"/>
          </a:xfrm>
          <a:prstGeom prst="rect">
            <a:avLst/>
          </a:prstGeom>
        </p:spPr>
      </p:pic>
      <p:sp>
        <p:nvSpPr>
          <p:cNvPr id="3" name="object 6">
            <a:extLst>
              <a:ext uri="{FF2B5EF4-FFF2-40B4-BE49-F238E27FC236}">
                <a16:creationId xmlns:a16="http://schemas.microsoft.com/office/drawing/2014/main" id="{A77148CE-82BC-D2BE-1A7B-2A74DCF9F294}"/>
              </a:ext>
            </a:extLst>
          </p:cNvPr>
          <p:cNvSpPr txBox="1"/>
          <p:nvPr/>
        </p:nvSpPr>
        <p:spPr>
          <a:xfrm>
            <a:off x="1828800" y="1562100"/>
            <a:ext cx="9894725" cy="827213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600" spc="225" dirty="0">
                <a:latin typeface="Segoe UI Symbol"/>
                <a:cs typeface="Segoe UI Symbol"/>
              </a:rPr>
              <a:t>🌐</a:t>
            </a:r>
            <a:r>
              <a:rPr sz="3600" spc="-190" dirty="0">
                <a:latin typeface="Segoe UI Symbol"/>
                <a:cs typeface="Segoe UI Symbol"/>
              </a:rPr>
              <a:t> </a:t>
            </a:r>
            <a:r>
              <a:rPr sz="3600" dirty="0">
                <a:latin typeface="Calibri"/>
                <a:cs typeface="Calibri"/>
              </a:rPr>
              <a:t>Data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Source</a:t>
            </a:r>
            <a:r>
              <a:rPr sz="3600" spc="-3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-</a:t>
            </a:r>
            <a:r>
              <a:rPr sz="3600" spc="-3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Flipkart</a:t>
            </a:r>
            <a:endParaRPr sz="3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3600" spc="225" dirty="0">
                <a:latin typeface="Segoe UI Symbol"/>
                <a:cs typeface="Segoe UI Symbol"/>
              </a:rPr>
              <a:t>📊</a:t>
            </a:r>
            <a:r>
              <a:rPr sz="3600" spc="-190" dirty="0">
                <a:latin typeface="Segoe UI Symbol"/>
                <a:cs typeface="Segoe UI Symbol"/>
              </a:rPr>
              <a:t> </a:t>
            </a:r>
            <a:r>
              <a:rPr sz="3600" dirty="0">
                <a:latin typeface="Calibri"/>
                <a:cs typeface="Calibri"/>
              </a:rPr>
              <a:t>Dataset</a:t>
            </a:r>
            <a:r>
              <a:rPr sz="3600" spc="-10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Size:</a:t>
            </a:r>
            <a:r>
              <a:rPr sz="3600" spc="-5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500+</a:t>
            </a:r>
            <a:r>
              <a:rPr sz="3600" spc="-5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Laptop</a:t>
            </a:r>
            <a:r>
              <a:rPr sz="3600" spc="-5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Records</a:t>
            </a:r>
            <a:endParaRPr sz="3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3600" spc="225" dirty="0">
                <a:latin typeface="Segoe UI Symbol"/>
                <a:cs typeface="Segoe UI Symbol"/>
              </a:rPr>
              <a:t>📋</a:t>
            </a:r>
            <a:r>
              <a:rPr sz="3600" spc="-190" dirty="0">
                <a:latin typeface="Segoe UI Symbol"/>
                <a:cs typeface="Segoe UI Symbol"/>
              </a:rPr>
              <a:t> </a:t>
            </a:r>
            <a:r>
              <a:rPr sz="3600" spc="-10" dirty="0">
                <a:latin typeface="Calibri"/>
                <a:cs typeface="Calibri"/>
              </a:rPr>
              <a:t>Features:Brand,</a:t>
            </a:r>
            <a:r>
              <a:rPr sz="3600" spc="-9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Price,</a:t>
            </a:r>
            <a:r>
              <a:rPr sz="3600" spc="-45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Processor,</a:t>
            </a:r>
            <a:r>
              <a:rPr sz="3600" spc="-4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RAM,</a:t>
            </a:r>
            <a:r>
              <a:rPr sz="3600" spc="-4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SSD,</a:t>
            </a:r>
            <a:r>
              <a:rPr sz="3600" spc="-45" dirty="0">
                <a:latin typeface="Calibri"/>
                <a:cs typeface="Calibri"/>
              </a:rPr>
              <a:t> </a:t>
            </a:r>
            <a:r>
              <a:rPr sz="3600" spc="-20" dirty="0">
                <a:latin typeface="Calibri"/>
                <a:cs typeface="Calibri"/>
              </a:rPr>
              <a:t>Display,</a:t>
            </a:r>
            <a:r>
              <a:rPr sz="3600" spc="-4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Discount,</a:t>
            </a:r>
            <a:r>
              <a:rPr sz="3600" spc="-4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Rating</a:t>
            </a:r>
            <a:endParaRPr sz="3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75"/>
              </a:spcBef>
            </a:pPr>
            <a:r>
              <a:rPr sz="3600" spc="2410" dirty="0">
                <a:latin typeface="Segoe UI Symbol"/>
                <a:cs typeface="Segoe UI Symbol"/>
              </a:rPr>
              <a:t>🧹</a:t>
            </a:r>
            <a:r>
              <a:rPr sz="3600" spc="-280" dirty="0">
                <a:latin typeface="Segoe UI Symbol"/>
                <a:cs typeface="Segoe UI Symbol"/>
              </a:rPr>
              <a:t> </a:t>
            </a:r>
            <a:r>
              <a:rPr sz="3600" b="1" dirty="0">
                <a:latin typeface="Calibri"/>
                <a:cs typeface="Calibri"/>
              </a:rPr>
              <a:t>Data</a:t>
            </a:r>
            <a:r>
              <a:rPr sz="3600" b="1" spc="-5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Cleaning</a:t>
            </a:r>
            <a:endParaRPr sz="3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3600" spc="994" dirty="0">
                <a:latin typeface="Segoe UI Symbol"/>
                <a:cs typeface="Segoe UI Symbol"/>
              </a:rPr>
              <a:t>🗑</a:t>
            </a:r>
            <a:r>
              <a:rPr sz="3600" spc="-190" dirty="0">
                <a:latin typeface="Segoe UI Symbol"/>
                <a:cs typeface="Segoe UI Symbol"/>
              </a:rPr>
              <a:t> </a:t>
            </a:r>
            <a:r>
              <a:rPr sz="3600" dirty="0">
                <a:latin typeface="Calibri"/>
                <a:cs typeface="Calibri"/>
              </a:rPr>
              <a:t>Removed</a:t>
            </a:r>
            <a:r>
              <a:rPr sz="3600" spc="-12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Duplicates</a:t>
            </a:r>
            <a:endParaRPr sz="3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3600" spc="225" dirty="0">
                <a:latin typeface="Segoe UI Symbol"/>
                <a:cs typeface="Segoe UI Symbol"/>
              </a:rPr>
              <a:t>🔧</a:t>
            </a:r>
            <a:r>
              <a:rPr sz="3600" spc="-190" dirty="0">
                <a:latin typeface="Segoe UI Symbol"/>
                <a:cs typeface="Segoe UI Symbol"/>
              </a:rPr>
              <a:t> </a:t>
            </a:r>
            <a:r>
              <a:rPr sz="3600" dirty="0">
                <a:latin typeface="Calibri"/>
                <a:cs typeface="Calibri"/>
              </a:rPr>
              <a:t>Handled</a:t>
            </a:r>
            <a:r>
              <a:rPr sz="3600" spc="-4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Missing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Values</a:t>
            </a:r>
            <a:endParaRPr sz="3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3600" spc="225" dirty="0">
                <a:latin typeface="Segoe UI Symbol"/>
                <a:cs typeface="Segoe UI Symbol"/>
              </a:rPr>
              <a:t>🔄</a:t>
            </a:r>
            <a:r>
              <a:rPr sz="3600" spc="-190" dirty="0">
                <a:latin typeface="Segoe UI Symbol"/>
                <a:cs typeface="Segoe UI Symbol"/>
              </a:rPr>
              <a:t> </a:t>
            </a:r>
            <a:r>
              <a:rPr sz="3600" spc="-10" dirty="0">
                <a:latin typeface="Calibri"/>
                <a:cs typeface="Calibri"/>
              </a:rPr>
              <a:t>Standardized</a:t>
            </a:r>
            <a:r>
              <a:rPr sz="3600" spc="-7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Data</a:t>
            </a:r>
            <a:r>
              <a:rPr sz="3600" spc="-3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Types</a:t>
            </a:r>
            <a:endParaRPr sz="3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3600" spc="225" dirty="0">
                <a:latin typeface="Segoe UI Symbol"/>
                <a:cs typeface="Segoe UI Symbol"/>
              </a:rPr>
              <a:t>💾</a:t>
            </a:r>
            <a:r>
              <a:rPr sz="3600" spc="-190" dirty="0">
                <a:latin typeface="Segoe UI Symbol"/>
                <a:cs typeface="Segoe UI Symbol"/>
              </a:rPr>
              <a:t> </a:t>
            </a:r>
            <a:r>
              <a:rPr sz="3600" spc="-10" dirty="0">
                <a:latin typeface="Calibri"/>
                <a:cs typeface="Calibri"/>
              </a:rPr>
              <a:t>Converted</a:t>
            </a:r>
            <a:r>
              <a:rPr sz="3600" spc="-4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SSD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to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GB</a:t>
            </a:r>
            <a:endParaRPr sz="3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3600" spc="225" dirty="0">
                <a:latin typeface="Segoe UI Symbol"/>
                <a:cs typeface="Segoe UI Symbol"/>
              </a:rPr>
              <a:t>💯</a:t>
            </a:r>
            <a:r>
              <a:rPr sz="3600" spc="-190" dirty="0">
                <a:latin typeface="Segoe UI Symbol"/>
                <a:cs typeface="Segoe UI Symbol"/>
              </a:rPr>
              <a:t> </a:t>
            </a:r>
            <a:r>
              <a:rPr sz="3600" spc="-10" dirty="0">
                <a:latin typeface="Calibri"/>
                <a:cs typeface="Calibri"/>
              </a:rPr>
              <a:t>Converted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Discount</a:t>
            </a:r>
            <a:r>
              <a:rPr sz="3600" spc="-3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to</a:t>
            </a:r>
            <a:r>
              <a:rPr sz="3600" spc="-3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Numeric</a:t>
            </a:r>
            <a:endParaRPr sz="3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3600" spc="-300" dirty="0">
                <a:latin typeface="Adobe Clean Han"/>
                <a:cs typeface="Adobe Clean Han"/>
              </a:rPr>
              <a:t>🆕</a:t>
            </a:r>
            <a:r>
              <a:rPr sz="3600" spc="-155" dirty="0">
                <a:latin typeface="Adobe Clean Han"/>
                <a:cs typeface="Adobe Clean Han"/>
              </a:rPr>
              <a:t> </a:t>
            </a:r>
            <a:r>
              <a:rPr sz="3600" dirty="0">
                <a:latin typeface="Calibri"/>
                <a:cs typeface="Calibri"/>
              </a:rPr>
              <a:t>New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Features</a:t>
            </a:r>
            <a:r>
              <a:rPr sz="3600" spc="-3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Created</a:t>
            </a:r>
            <a:endParaRPr sz="3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3600" spc="225" dirty="0">
                <a:latin typeface="Segoe UI Symbol"/>
                <a:cs typeface="Segoe UI Symbol"/>
              </a:rPr>
              <a:t>🏷</a:t>
            </a:r>
            <a:r>
              <a:rPr sz="3600" spc="-190" dirty="0">
                <a:latin typeface="Segoe UI Symbol"/>
                <a:cs typeface="Segoe UI Symbol"/>
              </a:rPr>
              <a:t> </a:t>
            </a:r>
            <a:r>
              <a:rPr sz="3600" dirty="0">
                <a:latin typeface="Calibri"/>
                <a:cs typeface="Calibri"/>
              </a:rPr>
              <a:t>Price</a:t>
            </a:r>
            <a:r>
              <a:rPr sz="3600" spc="-3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Category</a:t>
            </a:r>
            <a:endParaRPr sz="3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3600" spc="580" dirty="0">
                <a:latin typeface="Segoe UI Symbol"/>
                <a:cs typeface="Segoe UI Symbol"/>
              </a:rPr>
              <a:t>⭐</a:t>
            </a:r>
            <a:r>
              <a:rPr sz="3600" spc="-190" dirty="0">
                <a:latin typeface="Segoe UI Symbol"/>
                <a:cs typeface="Segoe UI Symbol"/>
              </a:rPr>
              <a:t> </a:t>
            </a:r>
            <a:r>
              <a:rPr sz="3600" dirty="0">
                <a:latin typeface="Calibri"/>
                <a:cs typeface="Calibri"/>
              </a:rPr>
              <a:t>Rating</a:t>
            </a:r>
            <a:r>
              <a:rPr sz="3600" spc="-55" dirty="0">
                <a:latin typeface="Calibri"/>
                <a:cs typeface="Calibri"/>
              </a:rPr>
              <a:t> </a:t>
            </a:r>
            <a:r>
              <a:rPr sz="3600" spc="-20" dirty="0">
                <a:latin typeface="Calibri"/>
                <a:cs typeface="Calibri"/>
              </a:rPr>
              <a:t>Flag</a:t>
            </a:r>
            <a:endParaRPr sz="3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3600" spc="225" dirty="0">
                <a:latin typeface="Segoe UI Symbol"/>
                <a:cs typeface="Segoe UI Symbol"/>
              </a:rPr>
              <a:t>🎁</a:t>
            </a:r>
            <a:r>
              <a:rPr sz="3600" spc="-190" dirty="0">
                <a:latin typeface="Segoe UI Symbol"/>
                <a:cs typeface="Segoe UI Symbol"/>
              </a:rPr>
              <a:t> </a:t>
            </a:r>
            <a:r>
              <a:rPr sz="3600" dirty="0">
                <a:latin typeface="Calibri"/>
                <a:cs typeface="Calibri"/>
              </a:rPr>
              <a:t>Discount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Category</a:t>
            </a:r>
            <a:endParaRPr sz="3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43006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225825" y="1501639"/>
            <a:ext cx="5990590" cy="7368540"/>
            <a:chOff x="10225825" y="1501639"/>
            <a:chExt cx="5990590" cy="7368540"/>
          </a:xfrm>
        </p:grpSpPr>
        <p:sp>
          <p:nvSpPr>
            <p:cNvPr id="3" name="object 3"/>
            <p:cNvSpPr/>
            <p:nvPr/>
          </p:nvSpPr>
          <p:spPr>
            <a:xfrm>
              <a:off x="10225825" y="1501639"/>
              <a:ext cx="5977890" cy="5350510"/>
            </a:xfrm>
            <a:custGeom>
              <a:avLst/>
              <a:gdLst/>
              <a:ahLst/>
              <a:cxnLst/>
              <a:rect l="l" t="t" r="r" b="b"/>
              <a:pathLst>
                <a:path w="5977890" h="5350509">
                  <a:moveTo>
                    <a:pt x="478799" y="5350144"/>
                  </a:moveTo>
                  <a:lnTo>
                    <a:pt x="433347" y="5347645"/>
                  </a:lnTo>
                  <a:lnTo>
                    <a:pt x="389418" y="5341625"/>
                  </a:lnTo>
                  <a:lnTo>
                    <a:pt x="347143" y="5332177"/>
                  </a:lnTo>
                  <a:lnTo>
                    <a:pt x="306652" y="5319393"/>
                  </a:lnTo>
                  <a:lnTo>
                    <a:pt x="268076" y="5303368"/>
                  </a:lnTo>
                  <a:lnTo>
                    <a:pt x="231544" y="5284192"/>
                  </a:lnTo>
                  <a:lnTo>
                    <a:pt x="197186" y="5261961"/>
                  </a:lnTo>
                  <a:lnTo>
                    <a:pt x="165133" y="5236766"/>
                  </a:lnTo>
                  <a:lnTo>
                    <a:pt x="135515" y="5208701"/>
                  </a:lnTo>
                  <a:lnTo>
                    <a:pt x="108462" y="5177858"/>
                  </a:lnTo>
                  <a:lnTo>
                    <a:pt x="84104" y="5144331"/>
                  </a:lnTo>
                  <a:lnTo>
                    <a:pt x="62572" y="5108212"/>
                  </a:lnTo>
                  <a:lnTo>
                    <a:pt x="43995" y="5069595"/>
                  </a:lnTo>
                  <a:lnTo>
                    <a:pt x="28504" y="5028572"/>
                  </a:lnTo>
                  <a:lnTo>
                    <a:pt x="16228" y="4985236"/>
                  </a:lnTo>
                  <a:lnTo>
                    <a:pt x="7299" y="4939681"/>
                  </a:lnTo>
                  <a:lnTo>
                    <a:pt x="1846" y="4891999"/>
                  </a:lnTo>
                  <a:lnTo>
                    <a:pt x="0" y="4842284"/>
                  </a:lnTo>
                  <a:lnTo>
                    <a:pt x="0" y="2216653"/>
                  </a:lnTo>
                  <a:lnTo>
                    <a:pt x="1432" y="2171978"/>
                  </a:lnTo>
                  <a:lnTo>
                    <a:pt x="5668" y="2127266"/>
                  </a:lnTo>
                  <a:lnTo>
                    <a:pt x="12622" y="2082630"/>
                  </a:lnTo>
                  <a:lnTo>
                    <a:pt x="22202" y="2038186"/>
                  </a:lnTo>
                  <a:lnTo>
                    <a:pt x="34321" y="1994046"/>
                  </a:lnTo>
                  <a:lnTo>
                    <a:pt x="48891" y="1950325"/>
                  </a:lnTo>
                  <a:lnTo>
                    <a:pt x="65822" y="1907137"/>
                  </a:lnTo>
                  <a:lnTo>
                    <a:pt x="85025" y="1864597"/>
                  </a:lnTo>
                  <a:lnTo>
                    <a:pt x="106412" y="1822817"/>
                  </a:lnTo>
                  <a:lnTo>
                    <a:pt x="129895" y="1781913"/>
                  </a:lnTo>
                  <a:lnTo>
                    <a:pt x="155384" y="1741999"/>
                  </a:lnTo>
                  <a:lnTo>
                    <a:pt x="182791" y="1703187"/>
                  </a:lnTo>
                  <a:lnTo>
                    <a:pt x="212027" y="1665593"/>
                  </a:lnTo>
                  <a:lnTo>
                    <a:pt x="243004" y="1629331"/>
                  </a:lnTo>
                  <a:lnTo>
                    <a:pt x="275632" y="1594515"/>
                  </a:lnTo>
                  <a:lnTo>
                    <a:pt x="309823" y="1561258"/>
                  </a:lnTo>
                  <a:lnTo>
                    <a:pt x="345488" y="1529675"/>
                  </a:lnTo>
                  <a:lnTo>
                    <a:pt x="382539" y="1499880"/>
                  </a:lnTo>
                  <a:lnTo>
                    <a:pt x="420887" y="1471987"/>
                  </a:lnTo>
                  <a:lnTo>
                    <a:pt x="460443" y="1446110"/>
                  </a:lnTo>
                  <a:lnTo>
                    <a:pt x="501119" y="1422364"/>
                  </a:lnTo>
                  <a:lnTo>
                    <a:pt x="542825" y="1400861"/>
                  </a:lnTo>
                  <a:lnTo>
                    <a:pt x="585474" y="1381717"/>
                  </a:lnTo>
                  <a:lnTo>
                    <a:pt x="628975" y="1365045"/>
                  </a:lnTo>
                  <a:lnTo>
                    <a:pt x="673242" y="1350960"/>
                  </a:lnTo>
                  <a:lnTo>
                    <a:pt x="5304647" y="27076"/>
                  </a:lnTo>
                  <a:lnTo>
                    <a:pt x="5354891" y="14561"/>
                  </a:lnTo>
                  <a:lnTo>
                    <a:pt x="5404133" y="5938"/>
                  </a:lnTo>
                  <a:lnTo>
                    <a:pt x="5452242" y="1115"/>
                  </a:lnTo>
                  <a:lnTo>
                    <a:pt x="5499087" y="0"/>
                  </a:lnTo>
                  <a:lnTo>
                    <a:pt x="5544539" y="2498"/>
                  </a:lnTo>
                  <a:lnTo>
                    <a:pt x="5588467" y="8518"/>
                  </a:lnTo>
                  <a:lnTo>
                    <a:pt x="5630742" y="17966"/>
                  </a:lnTo>
                  <a:lnTo>
                    <a:pt x="5671233" y="30749"/>
                  </a:lnTo>
                  <a:lnTo>
                    <a:pt x="5709809" y="46774"/>
                  </a:lnTo>
                  <a:lnTo>
                    <a:pt x="5746342" y="65949"/>
                  </a:lnTo>
                  <a:lnTo>
                    <a:pt x="5780700" y="88180"/>
                  </a:lnTo>
                  <a:lnTo>
                    <a:pt x="5812753" y="113375"/>
                  </a:lnTo>
                  <a:lnTo>
                    <a:pt x="5842371" y="141440"/>
                  </a:lnTo>
                  <a:lnTo>
                    <a:pt x="5869425" y="172283"/>
                  </a:lnTo>
                  <a:lnTo>
                    <a:pt x="5893783" y="205810"/>
                  </a:lnTo>
                  <a:lnTo>
                    <a:pt x="5915316" y="241929"/>
                  </a:lnTo>
                  <a:lnTo>
                    <a:pt x="5933893" y="280546"/>
                  </a:lnTo>
                  <a:lnTo>
                    <a:pt x="5949384" y="321569"/>
                  </a:lnTo>
                  <a:lnTo>
                    <a:pt x="5961660" y="364905"/>
                  </a:lnTo>
                  <a:lnTo>
                    <a:pt x="5970589" y="410461"/>
                  </a:lnTo>
                  <a:lnTo>
                    <a:pt x="5976043" y="458144"/>
                  </a:lnTo>
                  <a:lnTo>
                    <a:pt x="5977889" y="507860"/>
                  </a:lnTo>
                  <a:lnTo>
                    <a:pt x="5977889" y="3133499"/>
                  </a:lnTo>
                  <a:lnTo>
                    <a:pt x="5976457" y="3178174"/>
                  </a:lnTo>
                  <a:lnTo>
                    <a:pt x="5972220" y="3222886"/>
                  </a:lnTo>
                  <a:lnTo>
                    <a:pt x="5965267" y="3267521"/>
                  </a:lnTo>
                  <a:lnTo>
                    <a:pt x="5955686" y="3311965"/>
                  </a:lnTo>
                  <a:lnTo>
                    <a:pt x="5943566" y="3356104"/>
                  </a:lnTo>
                  <a:lnTo>
                    <a:pt x="5928997" y="3399824"/>
                  </a:lnTo>
                  <a:lnTo>
                    <a:pt x="5912066" y="3443011"/>
                  </a:lnTo>
                  <a:lnTo>
                    <a:pt x="5892862" y="3485551"/>
                  </a:lnTo>
                  <a:lnTo>
                    <a:pt x="5871474" y="3527330"/>
                  </a:lnTo>
                  <a:lnTo>
                    <a:pt x="5847991" y="3568233"/>
                  </a:lnTo>
                  <a:lnTo>
                    <a:pt x="5822502" y="3608147"/>
                  </a:lnTo>
                  <a:lnTo>
                    <a:pt x="5795095" y="3646957"/>
                  </a:lnTo>
                  <a:lnTo>
                    <a:pt x="5765858" y="3684550"/>
                  </a:lnTo>
                  <a:lnTo>
                    <a:pt x="5734882" y="3720811"/>
                  </a:lnTo>
                  <a:lnTo>
                    <a:pt x="5702254" y="3755627"/>
                  </a:lnTo>
                  <a:lnTo>
                    <a:pt x="5668062" y="3788883"/>
                  </a:lnTo>
                  <a:lnTo>
                    <a:pt x="5632397" y="3820465"/>
                  </a:lnTo>
                  <a:lnTo>
                    <a:pt x="5595346" y="3850259"/>
                  </a:lnTo>
                  <a:lnTo>
                    <a:pt x="5556998" y="3878151"/>
                  </a:lnTo>
                  <a:lnTo>
                    <a:pt x="5517442" y="3904028"/>
                  </a:lnTo>
                  <a:lnTo>
                    <a:pt x="5476767" y="3927774"/>
                  </a:lnTo>
                  <a:lnTo>
                    <a:pt x="5435061" y="3949276"/>
                  </a:lnTo>
                  <a:lnTo>
                    <a:pt x="5392413" y="3968420"/>
                  </a:lnTo>
                  <a:lnTo>
                    <a:pt x="5348912" y="3985091"/>
                  </a:lnTo>
                  <a:lnTo>
                    <a:pt x="5304647" y="3999176"/>
                  </a:lnTo>
                  <a:lnTo>
                    <a:pt x="673242" y="5323068"/>
                  </a:lnTo>
                  <a:lnTo>
                    <a:pt x="622996" y="5335583"/>
                  </a:lnTo>
                  <a:lnTo>
                    <a:pt x="573754" y="5344206"/>
                  </a:lnTo>
                  <a:lnTo>
                    <a:pt x="525645" y="5349028"/>
                  </a:lnTo>
                  <a:lnTo>
                    <a:pt x="478799" y="5350144"/>
                  </a:lnTo>
                  <a:close/>
                </a:path>
              </a:pathLst>
            </a:custGeom>
            <a:solidFill>
              <a:srgbClr val="85B0DB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440260" y="1720611"/>
              <a:ext cx="5448300" cy="4941570"/>
            </a:xfrm>
            <a:custGeom>
              <a:avLst/>
              <a:gdLst/>
              <a:ahLst/>
              <a:cxnLst/>
              <a:rect l="l" t="t" r="r" b="b"/>
              <a:pathLst>
                <a:path w="5448300" h="4941570">
                  <a:moveTo>
                    <a:pt x="296654" y="4941146"/>
                  </a:moveTo>
                  <a:lnTo>
                    <a:pt x="251316" y="4939634"/>
                  </a:lnTo>
                  <a:lnTo>
                    <a:pt x="208545" y="4932240"/>
                  </a:lnTo>
                  <a:lnTo>
                    <a:pt x="168711" y="4919225"/>
                  </a:lnTo>
                  <a:lnTo>
                    <a:pt x="132181" y="4900855"/>
                  </a:lnTo>
                  <a:lnTo>
                    <a:pt x="99326" y="4877391"/>
                  </a:lnTo>
                  <a:lnTo>
                    <a:pt x="70513" y="4849098"/>
                  </a:lnTo>
                  <a:lnTo>
                    <a:pt x="46112" y="4816238"/>
                  </a:lnTo>
                  <a:lnTo>
                    <a:pt x="26491" y="4779076"/>
                  </a:lnTo>
                  <a:lnTo>
                    <a:pt x="12019" y="4737874"/>
                  </a:lnTo>
                  <a:lnTo>
                    <a:pt x="3066" y="4692895"/>
                  </a:lnTo>
                  <a:lnTo>
                    <a:pt x="0" y="4644404"/>
                  </a:lnTo>
                  <a:lnTo>
                    <a:pt x="0" y="1853990"/>
                  </a:lnTo>
                  <a:lnTo>
                    <a:pt x="2647" y="1807337"/>
                  </a:lnTo>
                  <a:lnTo>
                    <a:pt x="10394" y="1760781"/>
                  </a:lnTo>
                  <a:lnTo>
                    <a:pt x="22944" y="1714703"/>
                  </a:lnTo>
                  <a:lnTo>
                    <a:pt x="40002" y="1669482"/>
                  </a:lnTo>
                  <a:lnTo>
                    <a:pt x="61272" y="1625497"/>
                  </a:lnTo>
                  <a:lnTo>
                    <a:pt x="86461" y="1583129"/>
                  </a:lnTo>
                  <a:lnTo>
                    <a:pt x="115271" y="1542757"/>
                  </a:lnTo>
                  <a:lnTo>
                    <a:pt x="147408" y="1504761"/>
                  </a:lnTo>
                  <a:lnTo>
                    <a:pt x="182577" y="1469520"/>
                  </a:lnTo>
                  <a:lnTo>
                    <a:pt x="220482" y="1437415"/>
                  </a:lnTo>
                  <a:lnTo>
                    <a:pt x="260828" y="1408824"/>
                  </a:lnTo>
                  <a:lnTo>
                    <a:pt x="303319" y="1384128"/>
                  </a:lnTo>
                  <a:lnTo>
                    <a:pt x="347661" y="1363706"/>
                  </a:lnTo>
                  <a:lnTo>
                    <a:pt x="393557" y="1347939"/>
                  </a:lnTo>
                  <a:lnTo>
                    <a:pt x="5054239" y="15681"/>
                  </a:lnTo>
                  <a:lnTo>
                    <a:pt x="5103605" y="4635"/>
                  </a:lnTo>
                  <a:lnTo>
                    <a:pt x="5151141" y="0"/>
                  </a:lnTo>
                  <a:lnTo>
                    <a:pt x="5196478" y="1511"/>
                  </a:lnTo>
                  <a:lnTo>
                    <a:pt x="5239247" y="8905"/>
                  </a:lnTo>
                  <a:lnTo>
                    <a:pt x="5279080" y="21919"/>
                  </a:lnTo>
                  <a:lnTo>
                    <a:pt x="5315608" y="40290"/>
                  </a:lnTo>
                  <a:lnTo>
                    <a:pt x="5348462" y="63753"/>
                  </a:lnTo>
                  <a:lnTo>
                    <a:pt x="5377273" y="92047"/>
                  </a:lnTo>
                  <a:lnTo>
                    <a:pt x="5401672" y="124906"/>
                  </a:lnTo>
                  <a:lnTo>
                    <a:pt x="5421292" y="162068"/>
                  </a:lnTo>
                  <a:lnTo>
                    <a:pt x="5435762" y="203269"/>
                  </a:lnTo>
                  <a:lnTo>
                    <a:pt x="5444715" y="248247"/>
                  </a:lnTo>
                  <a:lnTo>
                    <a:pt x="5447781" y="296737"/>
                  </a:lnTo>
                  <a:lnTo>
                    <a:pt x="5447781" y="3087150"/>
                  </a:lnTo>
                  <a:lnTo>
                    <a:pt x="5445133" y="3133804"/>
                  </a:lnTo>
                  <a:lnTo>
                    <a:pt x="5437388" y="3180360"/>
                  </a:lnTo>
                  <a:lnTo>
                    <a:pt x="5424839" y="3226438"/>
                  </a:lnTo>
                  <a:lnTo>
                    <a:pt x="5407782" y="3271660"/>
                  </a:lnTo>
                  <a:lnTo>
                    <a:pt x="5386512" y="3315645"/>
                  </a:lnTo>
                  <a:lnTo>
                    <a:pt x="5361326" y="3358014"/>
                  </a:lnTo>
                  <a:lnTo>
                    <a:pt x="5332517" y="3398386"/>
                  </a:lnTo>
                  <a:lnTo>
                    <a:pt x="5300382" y="3436383"/>
                  </a:lnTo>
                  <a:lnTo>
                    <a:pt x="5265214" y="3471623"/>
                  </a:lnTo>
                  <a:lnTo>
                    <a:pt x="5227311" y="3503729"/>
                  </a:lnTo>
                  <a:lnTo>
                    <a:pt x="5186966" y="3532319"/>
                  </a:lnTo>
                  <a:lnTo>
                    <a:pt x="5144476" y="3557015"/>
                  </a:lnTo>
                  <a:lnTo>
                    <a:pt x="5100135" y="3577435"/>
                  </a:lnTo>
                  <a:lnTo>
                    <a:pt x="5054239" y="3593202"/>
                  </a:lnTo>
                  <a:lnTo>
                    <a:pt x="393557" y="4925467"/>
                  </a:lnTo>
                  <a:lnTo>
                    <a:pt x="344191" y="4936512"/>
                  </a:lnTo>
                  <a:lnTo>
                    <a:pt x="296654" y="4941146"/>
                  </a:lnTo>
                  <a:close/>
                </a:path>
              </a:pathLst>
            </a:custGeom>
            <a:solidFill>
              <a:srgbClr val="ECE3D9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478113" y="3584533"/>
              <a:ext cx="1151255" cy="1831339"/>
            </a:xfrm>
            <a:custGeom>
              <a:avLst/>
              <a:gdLst/>
              <a:ahLst/>
              <a:cxnLst/>
              <a:rect l="l" t="t" r="r" b="b"/>
              <a:pathLst>
                <a:path w="1151255" h="1831339">
                  <a:moveTo>
                    <a:pt x="74632" y="1831113"/>
                  </a:moveTo>
                  <a:lnTo>
                    <a:pt x="35791" y="1816029"/>
                  </a:lnTo>
                  <a:lnTo>
                    <a:pt x="9603" y="1784673"/>
                  </a:lnTo>
                  <a:lnTo>
                    <a:pt x="0" y="1739849"/>
                  </a:lnTo>
                  <a:lnTo>
                    <a:pt x="0" y="420317"/>
                  </a:lnTo>
                  <a:lnTo>
                    <a:pt x="9603" y="370010"/>
                  </a:lnTo>
                  <a:lnTo>
                    <a:pt x="35791" y="323684"/>
                  </a:lnTo>
                  <a:lnTo>
                    <a:pt x="74632" y="286393"/>
                  </a:lnTo>
                  <a:lnTo>
                    <a:pt x="122194" y="263192"/>
                  </a:lnTo>
                  <a:lnTo>
                    <a:pt x="1028959" y="3991"/>
                  </a:lnTo>
                  <a:lnTo>
                    <a:pt x="1076521" y="0"/>
                  </a:lnTo>
                  <a:lnTo>
                    <a:pt x="1115362" y="15084"/>
                  </a:lnTo>
                  <a:lnTo>
                    <a:pt x="1141550" y="46438"/>
                  </a:lnTo>
                  <a:lnTo>
                    <a:pt x="1151153" y="91255"/>
                  </a:lnTo>
                  <a:lnTo>
                    <a:pt x="1151153" y="1410795"/>
                  </a:lnTo>
                  <a:lnTo>
                    <a:pt x="1141550" y="1461106"/>
                  </a:lnTo>
                  <a:lnTo>
                    <a:pt x="1115362" y="1507434"/>
                  </a:lnTo>
                  <a:lnTo>
                    <a:pt x="1076521" y="1544723"/>
                  </a:lnTo>
                  <a:lnTo>
                    <a:pt x="1028959" y="1567919"/>
                  </a:lnTo>
                  <a:lnTo>
                    <a:pt x="122194" y="1827121"/>
                  </a:lnTo>
                  <a:lnTo>
                    <a:pt x="74632" y="1831113"/>
                  </a:lnTo>
                  <a:close/>
                </a:path>
              </a:pathLst>
            </a:custGeom>
            <a:solidFill>
              <a:srgbClr val="85B0DB">
                <a:alpha val="3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570405" y="4580318"/>
              <a:ext cx="998219" cy="671830"/>
            </a:xfrm>
            <a:custGeom>
              <a:avLst/>
              <a:gdLst/>
              <a:ahLst/>
              <a:cxnLst/>
              <a:rect l="l" t="t" r="r" b="b"/>
              <a:pathLst>
                <a:path w="998219" h="671829">
                  <a:moveTo>
                    <a:pt x="80289" y="423506"/>
                  </a:moveTo>
                  <a:lnTo>
                    <a:pt x="76" y="447535"/>
                  </a:lnTo>
                  <a:lnTo>
                    <a:pt x="0" y="518998"/>
                  </a:lnTo>
                  <a:lnTo>
                    <a:pt x="80289" y="494944"/>
                  </a:lnTo>
                  <a:lnTo>
                    <a:pt x="80289" y="423506"/>
                  </a:lnTo>
                  <a:close/>
                </a:path>
                <a:path w="998219" h="671829">
                  <a:moveTo>
                    <a:pt x="461289" y="461810"/>
                  </a:moveTo>
                  <a:lnTo>
                    <a:pt x="76" y="599935"/>
                  </a:lnTo>
                  <a:lnTo>
                    <a:pt x="0" y="671398"/>
                  </a:lnTo>
                  <a:lnTo>
                    <a:pt x="461289" y="533247"/>
                  </a:lnTo>
                  <a:lnTo>
                    <a:pt x="461289" y="461810"/>
                  </a:lnTo>
                  <a:close/>
                </a:path>
                <a:path w="998219" h="671829">
                  <a:moveTo>
                    <a:pt x="676643" y="88341"/>
                  </a:moveTo>
                  <a:lnTo>
                    <a:pt x="368" y="283603"/>
                  </a:lnTo>
                  <a:lnTo>
                    <a:pt x="292" y="355066"/>
                  </a:lnTo>
                  <a:lnTo>
                    <a:pt x="676643" y="159791"/>
                  </a:lnTo>
                  <a:lnTo>
                    <a:pt x="676643" y="88341"/>
                  </a:lnTo>
                  <a:close/>
                </a:path>
                <a:path w="998219" h="671829">
                  <a:moveTo>
                    <a:pt x="982649" y="0"/>
                  </a:moveTo>
                  <a:lnTo>
                    <a:pt x="906449" y="21996"/>
                  </a:lnTo>
                  <a:lnTo>
                    <a:pt x="906449" y="93433"/>
                  </a:lnTo>
                  <a:lnTo>
                    <a:pt x="982573" y="71450"/>
                  </a:lnTo>
                  <a:lnTo>
                    <a:pt x="982649" y="0"/>
                  </a:lnTo>
                  <a:close/>
                </a:path>
                <a:path w="998219" h="671829">
                  <a:moveTo>
                    <a:pt x="997889" y="301078"/>
                  </a:moveTo>
                  <a:lnTo>
                    <a:pt x="554113" y="433997"/>
                  </a:lnTo>
                  <a:lnTo>
                    <a:pt x="554113" y="505434"/>
                  </a:lnTo>
                  <a:lnTo>
                    <a:pt x="997813" y="372554"/>
                  </a:lnTo>
                  <a:lnTo>
                    <a:pt x="997889" y="301078"/>
                  </a:lnTo>
                  <a:close/>
                </a:path>
                <a:path w="998219" h="671829">
                  <a:moveTo>
                    <a:pt x="997889" y="148691"/>
                  </a:moveTo>
                  <a:lnTo>
                    <a:pt x="173113" y="395706"/>
                  </a:lnTo>
                  <a:lnTo>
                    <a:pt x="173113" y="467144"/>
                  </a:lnTo>
                  <a:lnTo>
                    <a:pt x="997813" y="220154"/>
                  </a:lnTo>
                  <a:lnTo>
                    <a:pt x="997889" y="148691"/>
                  </a:lnTo>
                  <a:close/>
                </a:path>
              </a:pathLst>
            </a:custGeom>
            <a:solidFill>
              <a:srgbClr val="ECE3D9">
                <a:alpha val="3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129114" y="2563698"/>
              <a:ext cx="1159510" cy="3229610"/>
            </a:xfrm>
            <a:custGeom>
              <a:avLst/>
              <a:gdLst/>
              <a:ahLst/>
              <a:cxnLst/>
              <a:rect l="l" t="t" r="r" b="b"/>
              <a:pathLst>
                <a:path w="1159509" h="3229610">
                  <a:moveTo>
                    <a:pt x="102223" y="3229435"/>
                  </a:moveTo>
                  <a:lnTo>
                    <a:pt x="61193" y="3219944"/>
                  </a:lnTo>
                  <a:lnTo>
                    <a:pt x="28838" y="3196837"/>
                  </a:lnTo>
                  <a:lnTo>
                    <a:pt x="7619" y="3161874"/>
                  </a:lnTo>
                  <a:lnTo>
                    <a:pt x="0" y="3116813"/>
                  </a:lnTo>
                  <a:lnTo>
                    <a:pt x="0" y="443922"/>
                  </a:lnTo>
                  <a:lnTo>
                    <a:pt x="7619" y="394502"/>
                  </a:lnTo>
                  <a:lnTo>
                    <a:pt x="28838" y="347410"/>
                  </a:lnTo>
                  <a:lnTo>
                    <a:pt x="61193" y="305808"/>
                  </a:lnTo>
                  <a:lnTo>
                    <a:pt x="102223" y="272863"/>
                  </a:lnTo>
                  <a:lnTo>
                    <a:pt x="149466" y="251738"/>
                  </a:lnTo>
                  <a:lnTo>
                    <a:pt x="1009566" y="5887"/>
                  </a:lnTo>
                  <a:lnTo>
                    <a:pt x="1056808" y="0"/>
                  </a:lnTo>
                  <a:lnTo>
                    <a:pt x="1097838" y="9486"/>
                  </a:lnTo>
                  <a:lnTo>
                    <a:pt x="1130193" y="32588"/>
                  </a:lnTo>
                  <a:lnTo>
                    <a:pt x="1151412" y="67549"/>
                  </a:lnTo>
                  <a:lnTo>
                    <a:pt x="1159032" y="112612"/>
                  </a:lnTo>
                  <a:lnTo>
                    <a:pt x="1159032" y="2785495"/>
                  </a:lnTo>
                  <a:lnTo>
                    <a:pt x="1151412" y="2834915"/>
                  </a:lnTo>
                  <a:lnTo>
                    <a:pt x="1130193" y="2882010"/>
                  </a:lnTo>
                  <a:lnTo>
                    <a:pt x="1097838" y="2923614"/>
                  </a:lnTo>
                  <a:lnTo>
                    <a:pt x="1056808" y="2956561"/>
                  </a:lnTo>
                  <a:lnTo>
                    <a:pt x="1009566" y="2977686"/>
                  </a:lnTo>
                  <a:lnTo>
                    <a:pt x="149466" y="3223553"/>
                  </a:lnTo>
                  <a:lnTo>
                    <a:pt x="102223" y="3229435"/>
                  </a:lnTo>
                  <a:close/>
                </a:path>
              </a:pathLst>
            </a:custGeom>
            <a:solidFill>
              <a:srgbClr val="EC5D5C">
                <a:alpha val="3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227749" y="2774377"/>
              <a:ext cx="926465" cy="2745105"/>
            </a:xfrm>
            <a:custGeom>
              <a:avLst/>
              <a:gdLst/>
              <a:ahLst/>
              <a:cxnLst/>
              <a:rect l="l" t="t" r="r" b="b"/>
              <a:pathLst>
                <a:path w="926465" h="2745104">
                  <a:moveTo>
                    <a:pt x="143738" y="2395448"/>
                  </a:moveTo>
                  <a:lnTo>
                    <a:pt x="76" y="2435961"/>
                  </a:lnTo>
                  <a:lnTo>
                    <a:pt x="0" y="2507437"/>
                  </a:lnTo>
                  <a:lnTo>
                    <a:pt x="143738" y="2466898"/>
                  </a:lnTo>
                  <a:lnTo>
                    <a:pt x="143738" y="2395448"/>
                  </a:lnTo>
                  <a:close/>
                </a:path>
                <a:path w="926465" h="2745104">
                  <a:moveTo>
                    <a:pt x="358394" y="1774164"/>
                  </a:moveTo>
                  <a:lnTo>
                    <a:pt x="673" y="1875053"/>
                  </a:lnTo>
                  <a:lnTo>
                    <a:pt x="596" y="1946529"/>
                  </a:lnTo>
                  <a:lnTo>
                    <a:pt x="358394" y="1845602"/>
                  </a:lnTo>
                  <a:lnTo>
                    <a:pt x="358394" y="1774164"/>
                  </a:lnTo>
                  <a:close/>
                </a:path>
                <a:path w="926465" h="2745104">
                  <a:moveTo>
                    <a:pt x="462826" y="416509"/>
                  </a:moveTo>
                  <a:lnTo>
                    <a:pt x="1612" y="546595"/>
                  </a:lnTo>
                  <a:lnTo>
                    <a:pt x="1536" y="618058"/>
                  </a:lnTo>
                  <a:lnTo>
                    <a:pt x="462826" y="487946"/>
                  </a:lnTo>
                  <a:lnTo>
                    <a:pt x="462826" y="416509"/>
                  </a:lnTo>
                  <a:close/>
                </a:path>
                <a:path w="926465" h="2745104">
                  <a:moveTo>
                    <a:pt x="509231" y="2529929"/>
                  </a:moveTo>
                  <a:lnTo>
                    <a:pt x="76" y="2673527"/>
                  </a:lnTo>
                  <a:lnTo>
                    <a:pt x="0" y="2745003"/>
                  </a:lnTo>
                  <a:lnTo>
                    <a:pt x="509231" y="2601366"/>
                  </a:lnTo>
                  <a:lnTo>
                    <a:pt x="509231" y="2529929"/>
                  </a:lnTo>
                  <a:close/>
                </a:path>
                <a:path w="926465" h="2745104">
                  <a:moveTo>
                    <a:pt x="561454" y="960234"/>
                  </a:moveTo>
                  <a:lnTo>
                    <a:pt x="1016" y="1118298"/>
                  </a:lnTo>
                  <a:lnTo>
                    <a:pt x="939" y="1189774"/>
                  </a:lnTo>
                  <a:lnTo>
                    <a:pt x="561454" y="1031671"/>
                  </a:lnTo>
                  <a:lnTo>
                    <a:pt x="561454" y="960234"/>
                  </a:lnTo>
                  <a:close/>
                </a:path>
                <a:path w="926465" h="2745104">
                  <a:moveTo>
                    <a:pt x="723900" y="57099"/>
                  </a:moveTo>
                  <a:lnTo>
                    <a:pt x="1905" y="260756"/>
                  </a:lnTo>
                  <a:lnTo>
                    <a:pt x="1828" y="332206"/>
                  </a:lnTo>
                  <a:lnTo>
                    <a:pt x="723900" y="128549"/>
                  </a:lnTo>
                  <a:lnTo>
                    <a:pt x="723900" y="57099"/>
                  </a:lnTo>
                  <a:close/>
                </a:path>
                <a:path w="926465" h="2745104">
                  <a:moveTo>
                    <a:pt x="735507" y="1942769"/>
                  </a:moveTo>
                  <a:lnTo>
                    <a:pt x="368" y="2150110"/>
                  </a:lnTo>
                  <a:lnTo>
                    <a:pt x="292" y="2221585"/>
                  </a:lnTo>
                  <a:lnTo>
                    <a:pt x="735507" y="2014220"/>
                  </a:lnTo>
                  <a:lnTo>
                    <a:pt x="735507" y="1942769"/>
                  </a:lnTo>
                  <a:close/>
                </a:path>
                <a:path w="926465" h="2745104">
                  <a:moveTo>
                    <a:pt x="924560" y="2412771"/>
                  </a:moveTo>
                  <a:lnTo>
                    <a:pt x="718096" y="2471013"/>
                  </a:lnTo>
                  <a:lnTo>
                    <a:pt x="718096" y="2542451"/>
                  </a:lnTo>
                  <a:lnTo>
                    <a:pt x="924483" y="2484247"/>
                  </a:lnTo>
                  <a:lnTo>
                    <a:pt x="924560" y="2412771"/>
                  </a:lnTo>
                  <a:close/>
                </a:path>
                <a:path w="926465" h="2745104">
                  <a:moveTo>
                    <a:pt x="924560" y="2175218"/>
                  </a:moveTo>
                  <a:lnTo>
                    <a:pt x="352590" y="2336533"/>
                  </a:lnTo>
                  <a:lnTo>
                    <a:pt x="352590" y="2407983"/>
                  </a:lnTo>
                  <a:lnTo>
                    <a:pt x="924483" y="2246680"/>
                  </a:lnTo>
                  <a:lnTo>
                    <a:pt x="924560" y="2175218"/>
                  </a:lnTo>
                  <a:close/>
                </a:path>
                <a:path w="926465" h="2745104">
                  <a:moveTo>
                    <a:pt x="924852" y="1889366"/>
                  </a:moveTo>
                  <a:lnTo>
                    <a:pt x="787717" y="1928050"/>
                  </a:lnTo>
                  <a:lnTo>
                    <a:pt x="787717" y="1999488"/>
                  </a:lnTo>
                  <a:lnTo>
                    <a:pt x="924775" y="1960829"/>
                  </a:lnTo>
                  <a:lnTo>
                    <a:pt x="924852" y="1889366"/>
                  </a:lnTo>
                  <a:close/>
                </a:path>
                <a:path w="926465" h="2745104">
                  <a:moveTo>
                    <a:pt x="925144" y="1614309"/>
                  </a:moveTo>
                  <a:lnTo>
                    <a:pt x="451231" y="1747977"/>
                  </a:lnTo>
                  <a:lnTo>
                    <a:pt x="451231" y="1819414"/>
                  </a:lnTo>
                  <a:lnTo>
                    <a:pt x="925080" y="1685772"/>
                  </a:lnTo>
                  <a:lnTo>
                    <a:pt x="925144" y="1614309"/>
                  </a:lnTo>
                  <a:close/>
                </a:path>
                <a:path w="926465" h="2745104">
                  <a:moveTo>
                    <a:pt x="925436" y="1360855"/>
                  </a:moveTo>
                  <a:lnTo>
                    <a:pt x="965" y="1621599"/>
                  </a:lnTo>
                  <a:lnTo>
                    <a:pt x="889" y="1693062"/>
                  </a:lnTo>
                  <a:lnTo>
                    <a:pt x="925360" y="1432306"/>
                  </a:lnTo>
                  <a:lnTo>
                    <a:pt x="925436" y="1360855"/>
                  </a:lnTo>
                  <a:close/>
                </a:path>
                <a:path w="926465" h="2745104">
                  <a:moveTo>
                    <a:pt x="925436" y="1112481"/>
                  </a:moveTo>
                  <a:lnTo>
                    <a:pt x="965" y="1373238"/>
                  </a:lnTo>
                  <a:lnTo>
                    <a:pt x="889" y="1444701"/>
                  </a:lnTo>
                  <a:lnTo>
                    <a:pt x="925360" y="1183944"/>
                  </a:lnTo>
                  <a:lnTo>
                    <a:pt x="925436" y="1112481"/>
                  </a:lnTo>
                  <a:close/>
                </a:path>
                <a:path w="926465" h="2745104">
                  <a:moveTo>
                    <a:pt x="925487" y="857554"/>
                  </a:moveTo>
                  <a:lnTo>
                    <a:pt x="770318" y="901331"/>
                  </a:lnTo>
                  <a:lnTo>
                    <a:pt x="770318" y="972769"/>
                  </a:lnTo>
                  <a:lnTo>
                    <a:pt x="925410" y="929017"/>
                  </a:lnTo>
                  <a:lnTo>
                    <a:pt x="925487" y="857554"/>
                  </a:lnTo>
                  <a:close/>
                </a:path>
                <a:path w="926465" h="2745104">
                  <a:moveTo>
                    <a:pt x="925791" y="571703"/>
                  </a:moveTo>
                  <a:lnTo>
                    <a:pt x="1308" y="832446"/>
                  </a:lnTo>
                  <a:lnTo>
                    <a:pt x="1231" y="903922"/>
                  </a:lnTo>
                  <a:lnTo>
                    <a:pt x="925715" y="643166"/>
                  </a:lnTo>
                  <a:lnTo>
                    <a:pt x="925791" y="571703"/>
                  </a:lnTo>
                  <a:close/>
                </a:path>
                <a:path w="926465" h="2745104">
                  <a:moveTo>
                    <a:pt x="926084" y="285838"/>
                  </a:moveTo>
                  <a:lnTo>
                    <a:pt x="555650" y="390321"/>
                  </a:lnTo>
                  <a:lnTo>
                    <a:pt x="555650" y="461772"/>
                  </a:lnTo>
                  <a:lnTo>
                    <a:pt x="926007" y="357314"/>
                  </a:lnTo>
                  <a:lnTo>
                    <a:pt x="926084" y="285838"/>
                  </a:lnTo>
                  <a:close/>
                </a:path>
                <a:path w="926465" h="2745104">
                  <a:moveTo>
                    <a:pt x="926376" y="0"/>
                  </a:moveTo>
                  <a:lnTo>
                    <a:pt x="770318" y="44018"/>
                  </a:lnTo>
                  <a:lnTo>
                    <a:pt x="770318" y="115455"/>
                  </a:lnTo>
                  <a:lnTo>
                    <a:pt x="926312" y="71462"/>
                  </a:lnTo>
                  <a:lnTo>
                    <a:pt x="926376" y="0"/>
                  </a:lnTo>
                  <a:close/>
                </a:path>
              </a:pathLst>
            </a:custGeom>
            <a:solidFill>
              <a:srgbClr val="ECE3D9">
                <a:alpha val="3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714367" y="5408569"/>
              <a:ext cx="2263140" cy="1028065"/>
            </a:xfrm>
            <a:custGeom>
              <a:avLst/>
              <a:gdLst/>
              <a:ahLst/>
              <a:cxnLst/>
              <a:rect l="l" t="t" r="r" b="b"/>
              <a:pathLst>
                <a:path w="2263140" h="1028064">
                  <a:moveTo>
                    <a:pt x="0" y="1027831"/>
                  </a:moveTo>
                  <a:lnTo>
                    <a:pt x="0" y="646922"/>
                  </a:lnTo>
                  <a:lnTo>
                    <a:pt x="2263139" y="0"/>
                  </a:lnTo>
                  <a:lnTo>
                    <a:pt x="2263139" y="380923"/>
                  </a:lnTo>
                  <a:lnTo>
                    <a:pt x="0" y="1027831"/>
                  </a:lnTo>
                  <a:close/>
                </a:path>
              </a:pathLst>
            </a:custGeom>
            <a:solidFill>
              <a:srgbClr val="EC5D5C">
                <a:alpha val="3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761176" y="6023853"/>
              <a:ext cx="263525" cy="339090"/>
            </a:xfrm>
            <a:custGeom>
              <a:avLst/>
              <a:gdLst/>
              <a:ahLst/>
              <a:cxnLst/>
              <a:rect l="l" t="t" r="r" b="b"/>
              <a:pathLst>
                <a:path w="263525" h="339089">
                  <a:moveTo>
                    <a:pt x="0" y="338861"/>
                  </a:moveTo>
                  <a:lnTo>
                    <a:pt x="0" y="75331"/>
                  </a:lnTo>
                  <a:lnTo>
                    <a:pt x="263530" y="0"/>
                  </a:lnTo>
                  <a:lnTo>
                    <a:pt x="263530" y="263530"/>
                  </a:lnTo>
                  <a:lnTo>
                    <a:pt x="0" y="338861"/>
                  </a:lnTo>
                  <a:close/>
                </a:path>
              </a:pathLst>
            </a:custGeom>
            <a:solidFill>
              <a:srgbClr val="85B0DB">
                <a:alpha val="3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86010" y="6079167"/>
              <a:ext cx="213063" cy="19075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15799" y="2056142"/>
              <a:ext cx="5500208" cy="6813620"/>
            </a:xfrm>
            <a:prstGeom prst="rect">
              <a:avLst/>
            </a:prstGeom>
          </p:spPr>
        </p:pic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1341784" y="4151684"/>
            <a:ext cx="7418070" cy="186372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2362200" marR="5080" indent="-2350135">
              <a:lnSpc>
                <a:spcPts val="7200"/>
              </a:lnSpc>
              <a:spcBef>
                <a:spcPts val="270"/>
              </a:spcBef>
            </a:pPr>
            <a:r>
              <a:rPr sz="6050" dirty="0">
                <a:latin typeface="Times New Roman"/>
                <a:cs typeface="Times New Roman"/>
              </a:rPr>
              <a:t>General</a:t>
            </a:r>
            <a:r>
              <a:rPr sz="6050" spc="-25" dirty="0">
                <a:latin typeface="Times New Roman"/>
                <a:cs typeface="Times New Roman"/>
              </a:rPr>
              <a:t> </a:t>
            </a:r>
            <a:r>
              <a:rPr sz="6050" dirty="0">
                <a:latin typeface="Times New Roman"/>
                <a:cs typeface="Times New Roman"/>
              </a:rPr>
              <a:t>&amp;</a:t>
            </a:r>
            <a:r>
              <a:rPr sz="6050" spc="-15" dirty="0">
                <a:latin typeface="Times New Roman"/>
                <a:cs typeface="Times New Roman"/>
              </a:rPr>
              <a:t> </a:t>
            </a:r>
            <a:r>
              <a:rPr sz="6050" spc="-10" dirty="0">
                <a:latin typeface="Times New Roman"/>
                <a:cs typeface="Times New Roman"/>
              </a:rPr>
              <a:t>Comparative Analysis</a:t>
            </a:r>
            <a:endParaRPr sz="6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01937" y="9679782"/>
            <a:ext cx="2702718" cy="5238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2097" y="1857322"/>
            <a:ext cx="16609218" cy="336946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4431" y="6240234"/>
            <a:ext cx="17037843" cy="370284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044070" y="9672443"/>
            <a:ext cx="933450" cy="1603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5875">
              <a:spcBef>
                <a:spcPts val="125"/>
              </a:spcBef>
            </a:pPr>
            <a:r>
              <a:rPr sz="938" dirty="0">
                <a:latin typeface="Calibri"/>
                <a:cs typeface="Calibri"/>
                <a:hlinkClick r:id="rId5"/>
              </a:rPr>
              <a:t>pre</a:t>
            </a:r>
            <a:r>
              <a:rPr sz="938" spc="-13" dirty="0">
                <a:latin typeface="Calibri"/>
                <a:cs typeface="Calibri"/>
                <a:hlinkClick r:id="rId5"/>
              </a:rPr>
              <a:t> </a:t>
            </a:r>
            <a:r>
              <a:rPr sz="938" dirty="0">
                <a:latin typeface="Calibri"/>
                <a:cs typeface="Calibri"/>
                <a:hlinkClick r:id="rId5"/>
              </a:rPr>
              <a:t>e</a:t>
            </a:r>
            <a:r>
              <a:rPr sz="938" spc="-13" dirty="0">
                <a:latin typeface="Calibri"/>
                <a:cs typeface="Calibri"/>
                <a:hlinkClick r:id="rId5"/>
              </a:rPr>
              <a:t> </a:t>
            </a:r>
            <a:r>
              <a:rPr sz="938" dirty="0">
                <a:latin typeface="Calibri"/>
                <a:cs typeface="Calibri"/>
                <a:hlinkClick r:id="rId5"/>
              </a:rPr>
              <a:t>ncode</a:t>
            </a:r>
            <a:r>
              <a:rPr sz="938" spc="-13" dirty="0">
                <a:latin typeface="Calibri"/>
                <a:cs typeface="Calibri"/>
                <a:hlinkClick r:id="rId5"/>
              </a:rPr>
              <a:t> </a:t>
            </a:r>
            <a:r>
              <a:rPr sz="938" dirty="0">
                <a:latin typeface="Calibri"/>
                <a:cs typeface="Calibri"/>
                <a:hlinkClick r:id="rId5"/>
              </a:rPr>
              <a:t>d.</a:t>
            </a:r>
            <a:r>
              <a:rPr sz="938" spc="-13" dirty="0">
                <a:latin typeface="Calibri"/>
                <a:cs typeface="Calibri"/>
                <a:hlinkClick r:id="rId5"/>
              </a:rPr>
              <a:t> </a:t>
            </a:r>
            <a:r>
              <a:rPr sz="938" spc="-31" dirty="0">
                <a:latin typeface="Calibri"/>
                <a:cs typeface="Calibri"/>
                <a:hlinkClick r:id="rId5"/>
              </a:rPr>
              <a:t>png</a:t>
            </a:r>
            <a:endParaRPr sz="938"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114800" y="331119"/>
            <a:ext cx="10500683" cy="63158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5875">
              <a:spcBef>
                <a:spcPts val="125"/>
              </a:spcBef>
            </a:pPr>
            <a:r>
              <a:rPr sz="4000" dirty="0">
                <a:solidFill>
                  <a:srgbClr val="1F1D1D"/>
                </a:solidFill>
                <a:latin typeface="Berlin Sans FB Demi" panose="020E0802020502020306" pitchFamily="34" charset="0"/>
              </a:rPr>
              <a:t>Top</a:t>
            </a:r>
            <a:r>
              <a:rPr sz="4000" spc="-63" dirty="0">
                <a:solidFill>
                  <a:srgbClr val="1F1D1D"/>
                </a:solidFill>
                <a:latin typeface="Berlin Sans FB Demi" panose="020E0802020502020306" pitchFamily="34" charset="0"/>
              </a:rPr>
              <a:t> </a:t>
            </a:r>
            <a:r>
              <a:rPr sz="4000" dirty="0">
                <a:solidFill>
                  <a:srgbClr val="1F1D1D"/>
                </a:solidFill>
                <a:latin typeface="Berlin Sans FB Demi" panose="020E0802020502020306" pitchFamily="34" charset="0"/>
              </a:rPr>
              <a:t>5</a:t>
            </a:r>
            <a:r>
              <a:rPr sz="4000" spc="-56" dirty="0">
                <a:solidFill>
                  <a:srgbClr val="1F1D1D"/>
                </a:solidFill>
                <a:latin typeface="Berlin Sans FB Demi" panose="020E0802020502020306" pitchFamily="34" charset="0"/>
              </a:rPr>
              <a:t> </a:t>
            </a:r>
            <a:r>
              <a:rPr sz="4000" dirty="0">
                <a:solidFill>
                  <a:srgbClr val="1F1D1D"/>
                </a:solidFill>
                <a:latin typeface="Berlin Sans FB Demi" panose="020E0802020502020306" pitchFamily="34" charset="0"/>
              </a:rPr>
              <a:t>Expensive</a:t>
            </a:r>
            <a:r>
              <a:rPr sz="4000" spc="-56" dirty="0">
                <a:solidFill>
                  <a:srgbClr val="1F1D1D"/>
                </a:solidFill>
                <a:latin typeface="Berlin Sans FB Demi" panose="020E0802020502020306" pitchFamily="34" charset="0"/>
              </a:rPr>
              <a:t> </a:t>
            </a:r>
            <a:r>
              <a:rPr sz="4000" dirty="0">
                <a:solidFill>
                  <a:srgbClr val="1F1D1D"/>
                </a:solidFill>
                <a:latin typeface="Berlin Sans FB Demi" panose="020E0802020502020306" pitchFamily="34" charset="0"/>
              </a:rPr>
              <a:t>vs</a:t>
            </a:r>
            <a:r>
              <a:rPr sz="4000" spc="-56" dirty="0">
                <a:solidFill>
                  <a:srgbClr val="1F1D1D"/>
                </a:solidFill>
                <a:latin typeface="Berlin Sans FB Demi" panose="020E0802020502020306" pitchFamily="34" charset="0"/>
              </a:rPr>
              <a:t> </a:t>
            </a:r>
            <a:r>
              <a:rPr sz="4000" dirty="0">
                <a:solidFill>
                  <a:srgbClr val="1F1D1D"/>
                </a:solidFill>
                <a:latin typeface="Berlin Sans FB Demi" panose="020E0802020502020306" pitchFamily="34" charset="0"/>
              </a:rPr>
              <a:t>Top</a:t>
            </a:r>
            <a:r>
              <a:rPr sz="4000" spc="-56" dirty="0">
                <a:solidFill>
                  <a:srgbClr val="1F1D1D"/>
                </a:solidFill>
                <a:latin typeface="Berlin Sans FB Demi" panose="020E0802020502020306" pitchFamily="34" charset="0"/>
              </a:rPr>
              <a:t> </a:t>
            </a:r>
            <a:r>
              <a:rPr sz="4000" dirty="0">
                <a:solidFill>
                  <a:srgbClr val="1F1D1D"/>
                </a:solidFill>
                <a:latin typeface="Berlin Sans FB Demi" panose="020E0802020502020306" pitchFamily="34" charset="0"/>
              </a:rPr>
              <a:t>5</a:t>
            </a:r>
            <a:r>
              <a:rPr sz="4000" spc="-63" dirty="0">
                <a:solidFill>
                  <a:srgbClr val="1F1D1D"/>
                </a:solidFill>
                <a:latin typeface="Berlin Sans FB Demi" panose="020E0802020502020306" pitchFamily="34" charset="0"/>
              </a:rPr>
              <a:t> </a:t>
            </a:r>
            <a:r>
              <a:rPr sz="4000" dirty="0">
                <a:solidFill>
                  <a:srgbClr val="1F1D1D"/>
                </a:solidFill>
                <a:latin typeface="Berlin Sans FB Demi" panose="020E0802020502020306" pitchFamily="34" charset="0"/>
              </a:rPr>
              <a:t>Cheapest</a:t>
            </a:r>
            <a:r>
              <a:rPr sz="4000" spc="-56" dirty="0">
                <a:solidFill>
                  <a:srgbClr val="1F1D1D"/>
                </a:solidFill>
                <a:latin typeface="Berlin Sans FB Demi" panose="020E0802020502020306" pitchFamily="34" charset="0"/>
              </a:rPr>
              <a:t> </a:t>
            </a:r>
            <a:r>
              <a:rPr sz="4000" spc="-13" dirty="0">
                <a:solidFill>
                  <a:srgbClr val="1F1D1D"/>
                </a:solidFill>
                <a:latin typeface="Berlin Sans FB Demi" panose="020E0802020502020306" pitchFamily="34" charset="0"/>
              </a:rPr>
              <a:t>Laptops</a:t>
            </a:r>
            <a:endParaRPr sz="4000" dirty="0">
              <a:latin typeface="Berlin Sans FB Demi" panose="020E0802020502020306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62430" y="1231416"/>
            <a:ext cx="4343400" cy="451727"/>
          </a:xfrm>
          <a:prstGeom prst="rect">
            <a:avLst/>
          </a:prstGeom>
        </p:spPr>
        <p:txBody>
          <a:bodyPr vert="horz" wrap="square" lIns="0" tIns="20638" rIns="0" bIns="0" rtlCol="0">
            <a:spAutoFit/>
          </a:bodyPr>
          <a:lstStyle/>
          <a:p>
            <a:pPr marL="31750">
              <a:spcBef>
                <a:spcPts val="163"/>
              </a:spcBef>
            </a:pPr>
            <a:r>
              <a:rPr lang="en-IN" sz="2800" b="1" dirty="0">
                <a:solidFill>
                  <a:srgbClr val="1F1D1D"/>
                </a:solidFill>
                <a:latin typeface="Adobe Clean Han"/>
                <a:cs typeface="Calibri"/>
              </a:rPr>
              <a:t>Top</a:t>
            </a:r>
            <a:r>
              <a:rPr lang="en-IN" sz="2800" b="1" spc="31" dirty="0">
                <a:solidFill>
                  <a:srgbClr val="1F1D1D"/>
                </a:solidFill>
                <a:latin typeface="Adobe Clean Han"/>
                <a:cs typeface="Calibri"/>
              </a:rPr>
              <a:t> </a:t>
            </a:r>
            <a:r>
              <a:rPr lang="en-IN" sz="2800" b="1" dirty="0">
                <a:solidFill>
                  <a:srgbClr val="1F1D1D"/>
                </a:solidFill>
                <a:latin typeface="Adobe Clean Han"/>
                <a:cs typeface="Calibri"/>
              </a:rPr>
              <a:t>5</a:t>
            </a:r>
            <a:r>
              <a:rPr lang="en-IN" sz="2800" b="1" spc="31" dirty="0">
                <a:solidFill>
                  <a:srgbClr val="1F1D1D"/>
                </a:solidFill>
                <a:latin typeface="Adobe Clean Han"/>
                <a:cs typeface="Calibri"/>
              </a:rPr>
              <a:t> </a:t>
            </a:r>
            <a:r>
              <a:rPr lang="en-IN" sz="2800" b="1" spc="-13" dirty="0">
                <a:solidFill>
                  <a:srgbClr val="1F1D1D"/>
                </a:solidFill>
                <a:latin typeface="Adobe Clean Han"/>
                <a:cs typeface="Calibri"/>
              </a:rPr>
              <a:t>Expensive Laptops:</a:t>
            </a:r>
            <a:r>
              <a:rPr lang="en-IN" sz="2800" spc="-19" baseline="12471" dirty="0">
                <a:solidFill>
                  <a:srgbClr val="1F1D1D"/>
                </a:solidFill>
                <a:latin typeface="Adobe Clean Han"/>
                <a:cs typeface="Palatino Linotype"/>
              </a:rPr>
              <a:t>:</a:t>
            </a:r>
            <a:endParaRPr sz="2800" baseline="12471" dirty="0">
              <a:latin typeface="Adobe Clean Han"/>
              <a:cs typeface="Palatino Linotype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AFD4FC-BB2D-9191-770D-3031EF6C9E67}"/>
              </a:ext>
            </a:extLst>
          </p:cNvPr>
          <p:cNvSpPr txBox="1"/>
          <p:nvPr/>
        </p:nvSpPr>
        <p:spPr>
          <a:xfrm>
            <a:off x="1062430" y="5448300"/>
            <a:ext cx="51859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1F1D1D"/>
                </a:solidFill>
                <a:latin typeface="Adobe Clean Han"/>
                <a:cs typeface="Calibri"/>
              </a:rPr>
              <a:t>Top</a:t>
            </a:r>
            <a:r>
              <a:rPr lang="en-IN" sz="2800" b="1" spc="31" dirty="0">
                <a:solidFill>
                  <a:srgbClr val="1F1D1D"/>
                </a:solidFill>
                <a:latin typeface="Adobe Clean Han"/>
                <a:cs typeface="Calibri"/>
              </a:rPr>
              <a:t> </a:t>
            </a:r>
            <a:r>
              <a:rPr lang="en-IN" sz="2800" b="1" dirty="0">
                <a:solidFill>
                  <a:srgbClr val="1F1D1D"/>
                </a:solidFill>
                <a:latin typeface="Adobe Clean Han"/>
                <a:cs typeface="Calibri"/>
              </a:rPr>
              <a:t>5</a:t>
            </a:r>
            <a:r>
              <a:rPr lang="en-IN" sz="2800" b="1" spc="31" dirty="0">
                <a:solidFill>
                  <a:srgbClr val="1F1D1D"/>
                </a:solidFill>
                <a:latin typeface="Adobe Clean Han"/>
                <a:cs typeface="Calibri"/>
              </a:rPr>
              <a:t> </a:t>
            </a:r>
            <a:r>
              <a:rPr lang="en-IN" sz="2800" b="1" spc="-13" dirty="0">
                <a:solidFill>
                  <a:srgbClr val="1F1D1D"/>
                </a:solidFill>
                <a:latin typeface="Adobe Clean Han"/>
                <a:cs typeface="Calibri"/>
              </a:rPr>
              <a:t>Cheapest Laptops:</a:t>
            </a: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D636C3E9-4322-D45B-7622-2985B9912F9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2400301"/>
            <a:ext cx="14554200" cy="5175928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B1D238ED-3687-9489-773F-C57DE282B52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33195" y="8062005"/>
            <a:ext cx="76200" cy="76199"/>
          </a:xfrm>
          <a:prstGeom prst="rect">
            <a:avLst/>
          </a:prstGeom>
        </p:spPr>
      </p:pic>
      <p:pic>
        <p:nvPicPr>
          <p:cNvPr id="7" name="object 6">
            <a:extLst>
              <a:ext uri="{FF2B5EF4-FFF2-40B4-BE49-F238E27FC236}">
                <a16:creationId xmlns:a16="http://schemas.microsoft.com/office/drawing/2014/main" id="{76E1E207-ADD8-0FFD-8D50-0532939CFE2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33195" y="8471580"/>
            <a:ext cx="76200" cy="76199"/>
          </a:xfrm>
          <a:prstGeom prst="rect">
            <a:avLst/>
          </a:prstGeom>
        </p:spPr>
      </p:pic>
      <p:sp>
        <p:nvSpPr>
          <p:cNvPr id="9" name="object 7">
            <a:extLst>
              <a:ext uri="{FF2B5EF4-FFF2-40B4-BE49-F238E27FC236}">
                <a16:creationId xmlns:a16="http://schemas.microsoft.com/office/drawing/2014/main" id="{0E733752-2A5C-3E3C-30C2-E2AF89EBB69F}"/>
              </a:ext>
            </a:extLst>
          </p:cNvPr>
          <p:cNvSpPr txBox="1"/>
          <p:nvPr/>
        </p:nvSpPr>
        <p:spPr>
          <a:xfrm>
            <a:off x="1934659" y="7803313"/>
            <a:ext cx="11848465" cy="1428596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2800" dirty="0">
                <a:latin typeface="Aptos" panose="020B0004020202020204" pitchFamily="34" charset="0"/>
                <a:cs typeface="Calibri"/>
              </a:rPr>
              <a:t>This</a:t>
            </a:r>
            <a:r>
              <a:rPr sz="2800" spc="-35" dirty="0">
                <a:latin typeface="Aptos" panose="020B0004020202020204" pitchFamily="34" charset="0"/>
                <a:cs typeface="Calibri"/>
              </a:rPr>
              <a:t> </a:t>
            </a:r>
            <a:r>
              <a:rPr sz="2800" dirty="0">
                <a:latin typeface="Aptos" panose="020B0004020202020204" pitchFamily="34" charset="0"/>
                <a:cs typeface="Calibri"/>
              </a:rPr>
              <a:t>plot</a:t>
            </a:r>
            <a:r>
              <a:rPr sz="2800" spc="-35" dirty="0">
                <a:latin typeface="Aptos" panose="020B0004020202020204" pitchFamily="34" charset="0"/>
                <a:cs typeface="Calibri"/>
              </a:rPr>
              <a:t> </a:t>
            </a:r>
            <a:r>
              <a:rPr sz="2800" dirty="0">
                <a:latin typeface="Aptos" panose="020B0004020202020204" pitchFamily="34" charset="0"/>
                <a:cs typeface="Calibri"/>
              </a:rPr>
              <a:t>displays</a:t>
            </a:r>
            <a:r>
              <a:rPr sz="2800" spc="-30" dirty="0">
                <a:latin typeface="Aptos" panose="020B0004020202020204" pitchFamily="34" charset="0"/>
                <a:cs typeface="Calibri"/>
              </a:rPr>
              <a:t> </a:t>
            </a:r>
            <a:r>
              <a:rPr sz="2800" dirty="0">
                <a:latin typeface="Aptos" panose="020B0004020202020204" pitchFamily="34" charset="0"/>
                <a:cs typeface="Calibri"/>
              </a:rPr>
              <a:t>the</a:t>
            </a:r>
            <a:r>
              <a:rPr sz="2800" spc="-35" dirty="0">
                <a:latin typeface="Aptos" panose="020B0004020202020204" pitchFamily="34" charset="0"/>
                <a:cs typeface="Calibri"/>
              </a:rPr>
              <a:t> </a:t>
            </a:r>
            <a:r>
              <a:rPr sz="2800" dirty="0">
                <a:latin typeface="Aptos" panose="020B0004020202020204" pitchFamily="34" charset="0"/>
                <a:cs typeface="Calibri"/>
              </a:rPr>
              <a:t>number</a:t>
            </a:r>
            <a:r>
              <a:rPr sz="2800" spc="-30" dirty="0">
                <a:latin typeface="Aptos" panose="020B0004020202020204" pitchFamily="34" charset="0"/>
                <a:cs typeface="Calibri"/>
              </a:rPr>
              <a:t> </a:t>
            </a:r>
            <a:r>
              <a:rPr sz="2800" dirty="0">
                <a:latin typeface="Aptos" panose="020B0004020202020204" pitchFamily="34" charset="0"/>
                <a:cs typeface="Calibri"/>
              </a:rPr>
              <a:t>of</a:t>
            </a:r>
            <a:r>
              <a:rPr sz="2800" spc="-35" dirty="0">
                <a:latin typeface="Aptos" panose="020B0004020202020204" pitchFamily="34" charset="0"/>
                <a:cs typeface="Calibri"/>
              </a:rPr>
              <a:t> </a:t>
            </a:r>
            <a:r>
              <a:rPr sz="2800" dirty="0">
                <a:latin typeface="Aptos" panose="020B0004020202020204" pitchFamily="34" charset="0"/>
                <a:cs typeface="Calibri"/>
              </a:rPr>
              <a:t>laptop</a:t>
            </a:r>
            <a:r>
              <a:rPr sz="2800" spc="-35" dirty="0">
                <a:latin typeface="Aptos" panose="020B0004020202020204" pitchFamily="34" charset="0"/>
                <a:cs typeface="Calibri"/>
              </a:rPr>
              <a:t> </a:t>
            </a:r>
            <a:r>
              <a:rPr sz="2800" dirty="0">
                <a:latin typeface="Aptos" panose="020B0004020202020204" pitchFamily="34" charset="0"/>
                <a:cs typeface="Calibri"/>
              </a:rPr>
              <a:t>models</a:t>
            </a:r>
            <a:r>
              <a:rPr sz="2800" spc="-30" dirty="0">
                <a:latin typeface="Aptos" panose="020B0004020202020204" pitchFamily="34" charset="0"/>
                <a:cs typeface="Calibri"/>
              </a:rPr>
              <a:t> </a:t>
            </a:r>
            <a:r>
              <a:rPr sz="2800" dirty="0">
                <a:latin typeface="Aptos" panose="020B0004020202020204" pitchFamily="34" charset="0"/>
                <a:cs typeface="Calibri"/>
              </a:rPr>
              <a:t>available</a:t>
            </a:r>
            <a:r>
              <a:rPr sz="2800" spc="-35" dirty="0">
                <a:latin typeface="Aptos" panose="020B0004020202020204" pitchFamily="34" charset="0"/>
                <a:cs typeface="Calibri"/>
              </a:rPr>
              <a:t> </a:t>
            </a:r>
            <a:r>
              <a:rPr sz="2800" dirty="0">
                <a:latin typeface="Aptos" panose="020B0004020202020204" pitchFamily="34" charset="0"/>
                <a:cs typeface="Calibri"/>
              </a:rPr>
              <a:t>for</a:t>
            </a:r>
            <a:r>
              <a:rPr sz="2800" spc="-30" dirty="0">
                <a:latin typeface="Aptos" panose="020B0004020202020204" pitchFamily="34" charset="0"/>
                <a:cs typeface="Calibri"/>
              </a:rPr>
              <a:t> </a:t>
            </a:r>
            <a:r>
              <a:rPr sz="2800" dirty="0">
                <a:latin typeface="Aptos" panose="020B0004020202020204" pitchFamily="34" charset="0"/>
                <a:cs typeface="Calibri"/>
              </a:rPr>
              <a:t>each</a:t>
            </a:r>
            <a:r>
              <a:rPr sz="2800" spc="-35" dirty="0">
                <a:latin typeface="Aptos" panose="020B0004020202020204" pitchFamily="34" charset="0"/>
                <a:cs typeface="Calibri"/>
              </a:rPr>
              <a:t> </a:t>
            </a:r>
            <a:r>
              <a:rPr sz="2800" spc="-10" dirty="0">
                <a:latin typeface="Aptos" panose="020B0004020202020204" pitchFamily="34" charset="0"/>
                <a:cs typeface="Calibri"/>
              </a:rPr>
              <a:t>brand.</a:t>
            </a:r>
            <a:endParaRPr sz="2800" dirty="0">
              <a:latin typeface="Aptos" panose="020B0004020202020204" pitchFamily="34" charset="0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2800" dirty="0">
                <a:latin typeface="Aptos" panose="020B0004020202020204" pitchFamily="34" charset="0"/>
                <a:cs typeface="Calibri"/>
              </a:rPr>
              <a:t>The</a:t>
            </a:r>
            <a:r>
              <a:rPr sz="2800" spc="-50" dirty="0">
                <a:latin typeface="Aptos" panose="020B0004020202020204" pitchFamily="34" charset="0"/>
                <a:cs typeface="Calibri"/>
              </a:rPr>
              <a:t> </a:t>
            </a:r>
            <a:r>
              <a:rPr sz="2800" dirty="0">
                <a:latin typeface="Aptos" panose="020B0004020202020204" pitchFamily="34" charset="0"/>
                <a:cs typeface="Calibri"/>
              </a:rPr>
              <a:t>brands</a:t>
            </a:r>
            <a:r>
              <a:rPr sz="2800" spc="-45" dirty="0">
                <a:latin typeface="Aptos" panose="020B0004020202020204" pitchFamily="34" charset="0"/>
                <a:cs typeface="Calibri"/>
              </a:rPr>
              <a:t> </a:t>
            </a:r>
            <a:r>
              <a:rPr sz="2800" dirty="0">
                <a:latin typeface="Aptos" panose="020B0004020202020204" pitchFamily="34" charset="0"/>
                <a:cs typeface="Calibri"/>
              </a:rPr>
              <a:t>like</a:t>
            </a:r>
            <a:r>
              <a:rPr sz="2800" spc="-50" dirty="0">
                <a:latin typeface="Aptos" panose="020B0004020202020204" pitchFamily="34" charset="0"/>
                <a:cs typeface="Calibri"/>
              </a:rPr>
              <a:t> </a:t>
            </a:r>
            <a:r>
              <a:rPr sz="2800" spc="-20" dirty="0">
                <a:latin typeface="Aptos" panose="020B0004020202020204" pitchFamily="34" charset="0"/>
                <a:cs typeface="Calibri"/>
              </a:rPr>
              <a:t>“HP”,</a:t>
            </a:r>
            <a:r>
              <a:rPr sz="2800" spc="-45" dirty="0">
                <a:latin typeface="Aptos" panose="020B0004020202020204" pitchFamily="34" charset="0"/>
                <a:cs typeface="Calibri"/>
              </a:rPr>
              <a:t> </a:t>
            </a:r>
            <a:r>
              <a:rPr sz="2800" spc="-60" dirty="0">
                <a:latin typeface="Aptos" panose="020B0004020202020204" pitchFamily="34" charset="0"/>
                <a:cs typeface="Calibri"/>
              </a:rPr>
              <a:t>“ASUS”,</a:t>
            </a:r>
            <a:r>
              <a:rPr sz="2800" spc="-50" dirty="0">
                <a:latin typeface="Aptos" panose="020B0004020202020204" pitchFamily="34" charset="0"/>
                <a:cs typeface="Calibri"/>
              </a:rPr>
              <a:t> </a:t>
            </a:r>
            <a:r>
              <a:rPr sz="2800" spc="-25" dirty="0">
                <a:latin typeface="Aptos" panose="020B0004020202020204" pitchFamily="34" charset="0"/>
                <a:cs typeface="Calibri"/>
              </a:rPr>
              <a:t>ACER”,</a:t>
            </a:r>
            <a:r>
              <a:rPr sz="2800" spc="-45" dirty="0">
                <a:latin typeface="Aptos" panose="020B0004020202020204" pitchFamily="34" charset="0"/>
                <a:cs typeface="Calibri"/>
              </a:rPr>
              <a:t> </a:t>
            </a:r>
            <a:r>
              <a:rPr sz="2800" spc="-25" dirty="0">
                <a:latin typeface="Aptos" panose="020B0004020202020204" pitchFamily="34" charset="0"/>
                <a:cs typeface="Calibri"/>
              </a:rPr>
              <a:t>LENOVO”,</a:t>
            </a:r>
            <a:r>
              <a:rPr sz="2800" spc="-45" dirty="0">
                <a:latin typeface="Aptos" panose="020B0004020202020204" pitchFamily="34" charset="0"/>
                <a:cs typeface="Calibri"/>
              </a:rPr>
              <a:t> </a:t>
            </a:r>
            <a:r>
              <a:rPr sz="2800" dirty="0">
                <a:latin typeface="Aptos" panose="020B0004020202020204" pitchFamily="34" charset="0"/>
                <a:cs typeface="Calibri"/>
              </a:rPr>
              <a:t>DELL,</a:t>
            </a:r>
            <a:r>
              <a:rPr sz="2800" spc="-50" dirty="0">
                <a:latin typeface="Aptos" panose="020B0004020202020204" pitchFamily="34" charset="0"/>
                <a:cs typeface="Calibri"/>
              </a:rPr>
              <a:t> </a:t>
            </a:r>
            <a:r>
              <a:rPr sz="2800" dirty="0">
                <a:latin typeface="Aptos" panose="020B0004020202020204" pitchFamily="34" charset="0"/>
                <a:cs typeface="Calibri"/>
              </a:rPr>
              <a:t>SAMSUNG”</a:t>
            </a:r>
            <a:r>
              <a:rPr sz="2800" spc="-45" dirty="0">
                <a:latin typeface="Aptos" panose="020B0004020202020204" pitchFamily="34" charset="0"/>
                <a:cs typeface="Calibri"/>
              </a:rPr>
              <a:t> </a:t>
            </a:r>
            <a:r>
              <a:rPr sz="2800" dirty="0">
                <a:latin typeface="Aptos" panose="020B0004020202020204" pitchFamily="34" charset="0"/>
                <a:cs typeface="Calibri"/>
              </a:rPr>
              <a:t>contains</a:t>
            </a:r>
            <a:r>
              <a:rPr sz="2800" spc="-50" dirty="0">
                <a:latin typeface="Aptos" panose="020B0004020202020204" pitchFamily="34" charset="0"/>
                <a:cs typeface="Calibri"/>
              </a:rPr>
              <a:t> </a:t>
            </a:r>
            <a:r>
              <a:rPr sz="2800" dirty="0">
                <a:latin typeface="Aptos" panose="020B0004020202020204" pitchFamily="34" charset="0"/>
                <a:cs typeface="Calibri"/>
              </a:rPr>
              <a:t>more</a:t>
            </a:r>
            <a:r>
              <a:rPr sz="2800" spc="-45" dirty="0">
                <a:latin typeface="Aptos" panose="020B0004020202020204" pitchFamily="34" charset="0"/>
                <a:cs typeface="Calibri"/>
              </a:rPr>
              <a:t> </a:t>
            </a:r>
            <a:r>
              <a:rPr sz="2800" dirty="0">
                <a:latin typeface="Aptos" panose="020B0004020202020204" pitchFamily="34" charset="0"/>
                <a:cs typeface="Calibri"/>
              </a:rPr>
              <a:t>number</a:t>
            </a:r>
            <a:r>
              <a:rPr sz="2800" spc="-50" dirty="0">
                <a:latin typeface="Aptos" panose="020B0004020202020204" pitchFamily="34" charset="0"/>
                <a:cs typeface="Calibri"/>
              </a:rPr>
              <a:t> </a:t>
            </a:r>
            <a:r>
              <a:rPr sz="2800" dirty="0">
                <a:latin typeface="Aptos" panose="020B0004020202020204" pitchFamily="34" charset="0"/>
                <a:cs typeface="Calibri"/>
              </a:rPr>
              <a:t>of</a:t>
            </a:r>
            <a:r>
              <a:rPr sz="2800" spc="-45" dirty="0">
                <a:latin typeface="Aptos" panose="020B0004020202020204" pitchFamily="34" charset="0"/>
                <a:cs typeface="Calibri"/>
              </a:rPr>
              <a:t> </a:t>
            </a:r>
            <a:r>
              <a:rPr sz="2800" spc="-10" dirty="0">
                <a:latin typeface="Aptos" panose="020B0004020202020204" pitchFamily="34" charset="0"/>
                <a:cs typeface="Calibri"/>
              </a:rPr>
              <a:t>models.</a:t>
            </a:r>
            <a:endParaRPr sz="2800" dirty="0">
              <a:latin typeface="Aptos" panose="020B0004020202020204" pitchFamily="34" charset="0"/>
              <a:cs typeface="Calibri"/>
            </a:endParaRPr>
          </a:p>
        </p:txBody>
      </p:sp>
      <p:sp>
        <p:nvSpPr>
          <p:cNvPr id="10" name="object 4" descr="$PPTXTitle">
            <a:extLst>
              <a:ext uri="{FF2B5EF4-FFF2-40B4-BE49-F238E27FC236}">
                <a16:creationId xmlns:a16="http://schemas.microsoft.com/office/drawing/2014/main" id="{283452F9-B9DB-9F86-B094-3D17E541637E}"/>
              </a:ext>
            </a:extLst>
          </p:cNvPr>
          <p:cNvSpPr txBox="1">
            <a:spLocks/>
          </p:cNvSpPr>
          <p:nvPr/>
        </p:nvSpPr>
        <p:spPr>
          <a:xfrm>
            <a:off x="1809395" y="998290"/>
            <a:ext cx="10104844" cy="1013320"/>
          </a:xfrm>
          <a:prstGeom prst="rect">
            <a:avLst/>
          </a:prstGeom>
        </p:spPr>
        <p:txBody>
          <a:bodyPr vert="horz" wrap="square" lIns="0" tIns="33296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68580">
              <a:spcBef>
                <a:spcPts val="100"/>
              </a:spcBef>
            </a:pPr>
            <a:r>
              <a:rPr lang="en-IN" sz="4400" b="1">
                <a:solidFill>
                  <a:srgbClr val="1F1D1D"/>
                </a:solidFill>
              </a:rPr>
              <a:t>Brand</a:t>
            </a:r>
            <a:r>
              <a:rPr lang="en-IN" sz="4400" b="1" spc="-120">
                <a:solidFill>
                  <a:srgbClr val="1F1D1D"/>
                </a:solidFill>
              </a:rPr>
              <a:t> </a:t>
            </a:r>
            <a:r>
              <a:rPr lang="en-IN" sz="4400" b="1" spc="-10">
                <a:solidFill>
                  <a:srgbClr val="1F1D1D"/>
                </a:solidFill>
              </a:rPr>
              <a:t>Distribution(count</a:t>
            </a:r>
            <a:r>
              <a:rPr lang="en-IN" sz="4400" b="1" spc="-120">
                <a:solidFill>
                  <a:srgbClr val="1F1D1D"/>
                </a:solidFill>
              </a:rPr>
              <a:t> </a:t>
            </a:r>
            <a:r>
              <a:rPr lang="en-IN" sz="4400" b="1" spc="-10">
                <a:solidFill>
                  <a:srgbClr val="1F1D1D"/>
                </a:solidFill>
              </a:rPr>
              <a:t>plot</a:t>
            </a:r>
            <a:r>
              <a:rPr lang="en-IN" sz="4400" b="1" spc="-10">
                <a:solidFill>
                  <a:srgbClr val="1F1D1D"/>
                </a:solidFill>
                <a:latin typeface="Calibri"/>
                <a:cs typeface="Calibri"/>
              </a:rPr>
              <a:t>)</a:t>
            </a:r>
            <a:endParaRPr lang="en-IN" sz="4400" b="1" spc="-10" dirty="0">
              <a:solidFill>
                <a:srgbClr val="1F1D1D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37702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92537" y="1278696"/>
            <a:ext cx="85511" cy="8551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9768" y="1278696"/>
            <a:ext cx="85511" cy="8551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07008" y="1278696"/>
            <a:ext cx="85511" cy="85511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4041533" y="1998108"/>
            <a:ext cx="871855" cy="871855"/>
            <a:chOff x="14041533" y="1998108"/>
            <a:chExt cx="871855" cy="871855"/>
          </a:xfrm>
        </p:grpSpPr>
        <p:sp>
          <p:nvSpPr>
            <p:cNvPr id="6" name="object 6"/>
            <p:cNvSpPr/>
            <p:nvPr/>
          </p:nvSpPr>
          <p:spPr>
            <a:xfrm>
              <a:off x="14041533" y="1998108"/>
              <a:ext cx="871855" cy="871855"/>
            </a:xfrm>
            <a:custGeom>
              <a:avLst/>
              <a:gdLst/>
              <a:ahLst/>
              <a:cxnLst/>
              <a:rect l="l" t="t" r="r" b="b"/>
              <a:pathLst>
                <a:path w="871855" h="871855">
                  <a:moveTo>
                    <a:pt x="435818" y="871651"/>
                  </a:moveTo>
                  <a:lnTo>
                    <a:pt x="388330" y="869094"/>
                  </a:lnTo>
                  <a:lnTo>
                    <a:pt x="342323" y="861599"/>
                  </a:lnTo>
                  <a:lnTo>
                    <a:pt x="298064" y="849433"/>
                  </a:lnTo>
                  <a:lnTo>
                    <a:pt x="255817" y="832862"/>
                  </a:lnTo>
                  <a:lnTo>
                    <a:pt x="215850" y="812150"/>
                  </a:lnTo>
                  <a:lnTo>
                    <a:pt x="178427" y="787565"/>
                  </a:lnTo>
                  <a:lnTo>
                    <a:pt x="143815" y="759372"/>
                  </a:lnTo>
                  <a:lnTo>
                    <a:pt x="112279" y="727836"/>
                  </a:lnTo>
                  <a:lnTo>
                    <a:pt x="84086" y="693224"/>
                  </a:lnTo>
                  <a:lnTo>
                    <a:pt x="59500" y="655801"/>
                  </a:lnTo>
                  <a:lnTo>
                    <a:pt x="38789" y="615833"/>
                  </a:lnTo>
                  <a:lnTo>
                    <a:pt x="22217" y="573587"/>
                  </a:lnTo>
                  <a:lnTo>
                    <a:pt x="10051" y="529328"/>
                  </a:lnTo>
                  <a:lnTo>
                    <a:pt x="2557" y="483321"/>
                  </a:lnTo>
                  <a:lnTo>
                    <a:pt x="0" y="435833"/>
                  </a:lnTo>
                  <a:lnTo>
                    <a:pt x="2557" y="388343"/>
                  </a:lnTo>
                  <a:lnTo>
                    <a:pt x="10051" y="342335"/>
                  </a:lnTo>
                  <a:lnTo>
                    <a:pt x="22217" y="298074"/>
                  </a:lnTo>
                  <a:lnTo>
                    <a:pt x="38789" y="255827"/>
                  </a:lnTo>
                  <a:lnTo>
                    <a:pt x="59500" y="215858"/>
                  </a:lnTo>
                  <a:lnTo>
                    <a:pt x="84086" y="178434"/>
                  </a:lnTo>
                  <a:lnTo>
                    <a:pt x="112279" y="143820"/>
                  </a:lnTo>
                  <a:lnTo>
                    <a:pt x="143815" y="112283"/>
                  </a:lnTo>
                  <a:lnTo>
                    <a:pt x="178427" y="84089"/>
                  </a:lnTo>
                  <a:lnTo>
                    <a:pt x="215850" y="59503"/>
                  </a:lnTo>
                  <a:lnTo>
                    <a:pt x="255817" y="38790"/>
                  </a:lnTo>
                  <a:lnTo>
                    <a:pt x="298064" y="22218"/>
                  </a:lnTo>
                  <a:lnTo>
                    <a:pt x="342323" y="10052"/>
                  </a:lnTo>
                  <a:lnTo>
                    <a:pt x="388330" y="2557"/>
                  </a:lnTo>
                  <a:lnTo>
                    <a:pt x="435818" y="0"/>
                  </a:lnTo>
                  <a:lnTo>
                    <a:pt x="483307" y="2557"/>
                  </a:lnTo>
                  <a:lnTo>
                    <a:pt x="529315" y="10052"/>
                  </a:lnTo>
                  <a:lnTo>
                    <a:pt x="573576" y="22218"/>
                  </a:lnTo>
                  <a:lnTo>
                    <a:pt x="615824" y="38790"/>
                  </a:lnTo>
                  <a:lnTo>
                    <a:pt x="655793" y="59503"/>
                  </a:lnTo>
                  <a:lnTo>
                    <a:pt x="693217" y="84089"/>
                  </a:lnTo>
                  <a:lnTo>
                    <a:pt x="727830" y="112283"/>
                  </a:lnTo>
                  <a:lnTo>
                    <a:pt x="759367" y="143820"/>
                  </a:lnTo>
                  <a:lnTo>
                    <a:pt x="787562" y="178434"/>
                  </a:lnTo>
                  <a:lnTo>
                    <a:pt x="812148" y="215858"/>
                  </a:lnTo>
                  <a:lnTo>
                    <a:pt x="832860" y="255827"/>
                  </a:lnTo>
                  <a:lnTo>
                    <a:pt x="849433" y="298074"/>
                  </a:lnTo>
                  <a:lnTo>
                    <a:pt x="861599" y="342335"/>
                  </a:lnTo>
                  <a:lnTo>
                    <a:pt x="869094" y="388343"/>
                  </a:lnTo>
                  <a:lnTo>
                    <a:pt x="871651" y="435833"/>
                  </a:lnTo>
                  <a:lnTo>
                    <a:pt x="869094" y="483321"/>
                  </a:lnTo>
                  <a:lnTo>
                    <a:pt x="861599" y="529328"/>
                  </a:lnTo>
                  <a:lnTo>
                    <a:pt x="849433" y="573587"/>
                  </a:lnTo>
                  <a:lnTo>
                    <a:pt x="832860" y="615833"/>
                  </a:lnTo>
                  <a:lnTo>
                    <a:pt x="812148" y="655801"/>
                  </a:lnTo>
                  <a:lnTo>
                    <a:pt x="787562" y="693224"/>
                  </a:lnTo>
                  <a:lnTo>
                    <a:pt x="759367" y="727836"/>
                  </a:lnTo>
                  <a:lnTo>
                    <a:pt x="727830" y="759372"/>
                  </a:lnTo>
                  <a:lnTo>
                    <a:pt x="693217" y="787565"/>
                  </a:lnTo>
                  <a:lnTo>
                    <a:pt x="655793" y="812150"/>
                  </a:lnTo>
                  <a:lnTo>
                    <a:pt x="615824" y="832862"/>
                  </a:lnTo>
                  <a:lnTo>
                    <a:pt x="573576" y="849433"/>
                  </a:lnTo>
                  <a:lnTo>
                    <a:pt x="529315" y="861599"/>
                  </a:lnTo>
                  <a:lnTo>
                    <a:pt x="483307" y="869094"/>
                  </a:lnTo>
                  <a:lnTo>
                    <a:pt x="435818" y="871651"/>
                  </a:lnTo>
                  <a:close/>
                </a:path>
              </a:pathLst>
            </a:custGeom>
            <a:solidFill>
              <a:srgbClr val="29B474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193127" y="2168638"/>
              <a:ext cx="568960" cy="635000"/>
            </a:xfrm>
            <a:custGeom>
              <a:avLst/>
              <a:gdLst/>
              <a:ahLst/>
              <a:cxnLst/>
              <a:rect l="l" t="t" r="r" b="b"/>
              <a:pathLst>
                <a:path w="568959" h="635000">
                  <a:moveTo>
                    <a:pt x="418592" y="134378"/>
                  </a:moveTo>
                  <a:lnTo>
                    <a:pt x="411746" y="91909"/>
                  </a:lnTo>
                  <a:lnTo>
                    <a:pt x="392671" y="55016"/>
                  </a:lnTo>
                  <a:lnTo>
                    <a:pt x="363588" y="25933"/>
                  </a:lnTo>
                  <a:lnTo>
                    <a:pt x="326694" y="6858"/>
                  </a:lnTo>
                  <a:lnTo>
                    <a:pt x="284213" y="0"/>
                  </a:lnTo>
                  <a:lnTo>
                    <a:pt x="241744" y="6858"/>
                  </a:lnTo>
                  <a:lnTo>
                    <a:pt x="204863" y="25933"/>
                  </a:lnTo>
                  <a:lnTo>
                    <a:pt x="175780" y="55016"/>
                  </a:lnTo>
                  <a:lnTo>
                    <a:pt x="156705" y="91909"/>
                  </a:lnTo>
                  <a:lnTo>
                    <a:pt x="149860" y="134378"/>
                  </a:lnTo>
                  <a:lnTo>
                    <a:pt x="156705" y="176847"/>
                  </a:lnTo>
                  <a:lnTo>
                    <a:pt x="175780" y="213741"/>
                  </a:lnTo>
                  <a:lnTo>
                    <a:pt x="204863" y="242824"/>
                  </a:lnTo>
                  <a:lnTo>
                    <a:pt x="241744" y="261899"/>
                  </a:lnTo>
                  <a:lnTo>
                    <a:pt x="284213" y="268744"/>
                  </a:lnTo>
                  <a:lnTo>
                    <a:pt x="326694" y="261899"/>
                  </a:lnTo>
                  <a:lnTo>
                    <a:pt x="363588" y="242824"/>
                  </a:lnTo>
                  <a:lnTo>
                    <a:pt x="392671" y="213741"/>
                  </a:lnTo>
                  <a:lnTo>
                    <a:pt x="411746" y="176847"/>
                  </a:lnTo>
                  <a:lnTo>
                    <a:pt x="418592" y="134378"/>
                  </a:lnTo>
                  <a:close/>
                </a:path>
                <a:path w="568959" h="635000">
                  <a:moveTo>
                    <a:pt x="568439" y="501243"/>
                  </a:moveTo>
                  <a:lnTo>
                    <a:pt x="539534" y="467296"/>
                  </a:lnTo>
                  <a:lnTo>
                    <a:pt x="505891" y="435978"/>
                  </a:lnTo>
                  <a:lnTo>
                    <a:pt x="468007" y="408228"/>
                  </a:lnTo>
                  <a:lnTo>
                    <a:pt x="426402" y="385013"/>
                  </a:lnTo>
                  <a:lnTo>
                    <a:pt x="381571" y="367271"/>
                  </a:lnTo>
                  <a:lnTo>
                    <a:pt x="334010" y="355917"/>
                  </a:lnTo>
                  <a:lnTo>
                    <a:pt x="284226" y="351929"/>
                  </a:lnTo>
                  <a:lnTo>
                    <a:pt x="234442" y="355917"/>
                  </a:lnTo>
                  <a:lnTo>
                    <a:pt x="186880" y="367271"/>
                  </a:lnTo>
                  <a:lnTo>
                    <a:pt x="142036" y="385013"/>
                  </a:lnTo>
                  <a:lnTo>
                    <a:pt x="100431" y="408228"/>
                  </a:lnTo>
                  <a:lnTo>
                    <a:pt x="62547" y="435978"/>
                  </a:lnTo>
                  <a:lnTo>
                    <a:pt x="28905" y="467296"/>
                  </a:lnTo>
                  <a:lnTo>
                    <a:pt x="0" y="501243"/>
                  </a:lnTo>
                  <a:lnTo>
                    <a:pt x="31089" y="534301"/>
                  </a:lnTo>
                  <a:lnTo>
                    <a:pt x="65989" y="563346"/>
                  </a:lnTo>
                  <a:lnTo>
                    <a:pt x="104330" y="587984"/>
                  </a:lnTo>
                  <a:lnTo>
                    <a:pt x="145707" y="607834"/>
                  </a:lnTo>
                  <a:lnTo>
                    <a:pt x="189750" y="622490"/>
                  </a:lnTo>
                  <a:lnTo>
                    <a:pt x="236054" y="631571"/>
                  </a:lnTo>
                  <a:lnTo>
                    <a:pt x="284226" y="634682"/>
                  </a:lnTo>
                  <a:lnTo>
                    <a:pt x="332397" y="631571"/>
                  </a:lnTo>
                  <a:lnTo>
                    <a:pt x="378701" y="622490"/>
                  </a:lnTo>
                  <a:lnTo>
                    <a:pt x="422732" y="607834"/>
                  </a:lnTo>
                  <a:lnTo>
                    <a:pt x="464108" y="587984"/>
                  </a:lnTo>
                  <a:lnTo>
                    <a:pt x="502450" y="563346"/>
                  </a:lnTo>
                  <a:lnTo>
                    <a:pt x="537349" y="534301"/>
                  </a:lnTo>
                  <a:lnTo>
                    <a:pt x="568439" y="501243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3534330" y="2119906"/>
            <a:ext cx="400685" cy="400685"/>
            <a:chOff x="13534330" y="2119906"/>
            <a:chExt cx="400685" cy="400685"/>
          </a:xfrm>
        </p:grpSpPr>
        <p:sp>
          <p:nvSpPr>
            <p:cNvPr id="9" name="object 9"/>
            <p:cNvSpPr/>
            <p:nvPr/>
          </p:nvSpPr>
          <p:spPr>
            <a:xfrm>
              <a:off x="13534330" y="2119906"/>
              <a:ext cx="400685" cy="400685"/>
            </a:xfrm>
            <a:custGeom>
              <a:avLst/>
              <a:gdLst/>
              <a:ahLst/>
              <a:cxnLst/>
              <a:rect l="l" t="t" r="r" b="b"/>
              <a:pathLst>
                <a:path w="400684" h="400685">
                  <a:moveTo>
                    <a:pt x="200329" y="400659"/>
                  </a:moveTo>
                  <a:lnTo>
                    <a:pt x="154397" y="395368"/>
                  </a:lnTo>
                  <a:lnTo>
                    <a:pt x="112231" y="380297"/>
                  </a:lnTo>
                  <a:lnTo>
                    <a:pt x="75035" y="356648"/>
                  </a:lnTo>
                  <a:lnTo>
                    <a:pt x="44011" y="325624"/>
                  </a:lnTo>
                  <a:lnTo>
                    <a:pt x="20362" y="288427"/>
                  </a:lnTo>
                  <a:lnTo>
                    <a:pt x="5291" y="246262"/>
                  </a:lnTo>
                  <a:lnTo>
                    <a:pt x="0" y="200329"/>
                  </a:lnTo>
                  <a:lnTo>
                    <a:pt x="5291" y="154394"/>
                  </a:lnTo>
                  <a:lnTo>
                    <a:pt x="20362" y="112228"/>
                  </a:lnTo>
                  <a:lnTo>
                    <a:pt x="44011" y="75032"/>
                  </a:lnTo>
                  <a:lnTo>
                    <a:pt x="75035" y="44009"/>
                  </a:lnTo>
                  <a:lnTo>
                    <a:pt x="112231" y="20361"/>
                  </a:lnTo>
                  <a:lnTo>
                    <a:pt x="154397" y="5290"/>
                  </a:lnTo>
                  <a:lnTo>
                    <a:pt x="200329" y="0"/>
                  </a:lnTo>
                  <a:lnTo>
                    <a:pt x="246264" y="5290"/>
                  </a:lnTo>
                  <a:lnTo>
                    <a:pt x="288431" y="20361"/>
                  </a:lnTo>
                  <a:lnTo>
                    <a:pt x="325627" y="44009"/>
                  </a:lnTo>
                  <a:lnTo>
                    <a:pt x="356650" y="75032"/>
                  </a:lnTo>
                  <a:lnTo>
                    <a:pt x="380298" y="112228"/>
                  </a:lnTo>
                  <a:lnTo>
                    <a:pt x="395368" y="154394"/>
                  </a:lnTo>
                  <a:lnTo>
                    <a:pt x="400659" y="200329"/>
                  </a:lnTo>
                  <a:lnTo>
                    <a:pt x="395368" y="246262"/>
                  </a:lnTo>
                  <a:lnTo>
                    <a:pt x="380298" y="288427"/>
                  </a:lnTo>
                  <a:lnTo>
                    <a:pt x="356650" y="325624"/>
                  </a:lnTo>
                  <a:lnTo>
                    <a:pt x="325627" y="356648"/>
                  </a:lnTo>
                  <a:lnTo>
                    <a:pt x="288431" y="380297"/>
                  </a:lnTo>
                  <a:lnTo>
                    <a:pt x="246264" y="395368"/>
                  </a:lnTo>
                  <a:lnTo>
                    <a:pt x="200329" y="400659"/>
                  </a:lnTo>
                  <a:close/>
                </a:path>
              </a:pathLst>
            </a:custGeom>
            <a:solidFill>
              <a:srgbClr val="0D2129">
                <a:alpha val="5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72900" y="2198301"/>
              <a:ext cx="123520" cy="12352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3604023" y="2360058"/>
              <a:ext cx="261620" cy="130175"/>
            </a:xfrm>
            <a:custGeom>
              <a:avLst/>
              <a:gdLst/>
              <a:ahLst/>
              <a:cxnLst/>
              <a:rect l="l" t="t" r="r" b="b"/>
              <a:pathLst>
                <a:path w="261619" h="130175">
                  <a:moveTo>
                    <a:pt x="130637" y="129966"/>
                  </a:moveTo>
                  <a:lnTo>
                    <a:pt x="92440" y="125652"/>
                  </a:lnTo>
                  <a:lnTo>
                    <a:pt x="57297" y="113350"/>
                  </a:lnTo>
                  <a:lnTo>
                    <a:pt x="26165" y="94023"/>
                  </a:lnTo>
                  <a:lnTo>
                    <a:pt x="0" y="68633"/>
                  </a:lnTo>
                  <a:lnTo>
                    <a:pt x="24694" y="42089"/>
                  </a:lnTo>
                  <a:lnTo>
                    <a:pt x="55523" y="20254"/>
                  </a:lnTo>
                  <a:lnTo>
                    <a:pt x="91249" y="5450"/>
                  </a:lnTo>
                  <a:lnTo>
                    <a:pt x="130637" y="0"/>
                  </a:lnTo>
                  <a:lnTo>
                    <a:pt x="170021" y="5450"/>
                  </a:lnTo>
                  <a:lnTo>
                    <a:pt x="205748" y="20254"/>
                  </a:lnTo>
                  <a:lnTo>
                    <a:pt x="236579" y="42089"/>
                  </a:lnTo>
                  <a:lnTo>
                    <a:pt x="261274" y="68633"/>
                  </a:lnTo>
                  <a:lnTo>
                    <a:pt x="235108" y="94023"/>
                  </a:lnTo>
                  <a:lnTo>
                    <a:pt x="203974" y="113350"/>
                  </a:lnTo>
                  <a:lnTo>
                    <a:pt x="168830" y="125652"/>
                  </a:lnTo>
                  <a:lnTo>
                    <a:pt x="130637" y="129966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14280526" y="1501620"/>
            <a:ext cx="400685" cy="400685"/>
            <a:chOff x="14280526" y="1501620"/>
            <a:chExt cx="400685" cy="400685"/>
          </a:xfrm>
        </p:grpSpPr>
        <p:sp>
          <p:nvSpPr>
            <p:cNvPr id="13" name="object 13"/>
            <p:cNvSpPr/>
            <p:nvPr/>
          </p:nvSpPr>
          <p:spPr>
            <a:xfrm>
              <a:off x="14280526" y="1501620"/>
              <a:ext cx="400685" cy="400685"/>
            </a:xfrm>
            <a:custGeom>
              <a:avLst/>
              <a:gdLst/>
              <a:ahLst/>
              <a:cxnLst/>
              <a:rect l="l" t="t" r="r" b="b"/>
              <a:pathLst>
                <a:path w="400684" h="400685">
                  <a:moveTo>
                    <a:pt x="200329" y="400659"/>
                  </a:moveTo>
                  <a:lnTo>
                    <a:pt x="154397" y="395368"/>
                  </a:lnTo>
                  <a:lnTo>
                    <a:pt x="112231" y="380297"/>
                  </a:lnTo>
                  <a:lnTo>
                    <a:pt x="75035" y="356648"/>
                  </a:lnTo>
                  <a:lnTo>
                    <a:pt x="44011" y="325624"/>
                  </a:lnTo>
                  <a:lnTo>
                    <a:pt x="20362" y="288427"/>
                  </a:lnTo>
                  <a:lnTo>
                    <a:pt x="5291" y="246262"/>
                  </a:lnTo>
                  <a:lnTo>
                    <a:pt x="0" y="200329"/>
                  </a:lnTo>
                  <a:lnTo>
                    <a:pt x="5291" y="154394"/>
                  </a:lnTo>
                  <a:lnTo>
                    <a:pt x="20362" y="112228"/>
                  </a:lnTo>
                  <a:lnTo>
                    <a:pt x="44011" y="75032"/>
                  </a:lnTo>
                  <a:lnTo>
                    <a:pt x="75035" y="44009"/>
                  </a:lnTo>
                  <a:lnTo>
                    <a:pt x="112231" y="20361"/>
                  </a:lnTo>
                  <a:lnTo>
                    <a:pt x="154397" y="5290"/>
                  </a:lnTo>
                  <a:lnTo>
                    <a:pt x="200329" y="0"/>
                  </a:lnTo>
                  <a:lnTo>
                    <a:pt x="246264" y="5290"/>
                  </a:lnTo>
                  <a:lnTo>
                    <a:pt x="288431" y="20361"/>
                  </a:lnTo>
                  <a:lnTo>
                    <a:pt x="325627" y="44009"/>
                  </a:lnTo>
                  <a:lnTo>
                    <a:pt x="356650" y="75032"/>
                  </a:lnTo>
                  <a:lnTo>
                    <a:pt x="380298" y="112228"/>
                  </a:lnTo>
                  <a:lnTo>
                    <a:pt x="395368" y="154394"/>
                  </a:lnTo>
                  <a:lnTo>
                    <a:pt x="400659" y="200329"/>
                  </a:lnTo>
                  <a:lnTo>
                    <a:pt x="395368" y="246262"/>
                  </a:lnTo>
                  <a:lnTo>
                    <a:pt x="380298" y="288427"/>
                  </a:lnTo>
                  <a:lnTo>
                    <a:pt x="356650" y="325624"/>
                  </a:lnTo>
                  <a:lnTo>
                    <a:pt x="325627" y="356648"/>
                  </a:lnTo>
                  <a:lnTo>
                    <a:pt x="288431" y="380297"/>
                  </a:lnTo>
                  <a:lnTo>
                    <a:pt x="246264" y="395368"/>
                  </a:lnTo>
                  <a:lnTo>
                    <a:pt x="200329" y="400659"/>
                  </a:lnTo>
                  <a:close/>
                </a:path>
              </a:pathLst>
            </a:custGeom>
            <a:solidFill>
              <a:srgbClr val="0D2129">
                <a:alpha val="5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19096" y="1580007"/>
              <a:ext cx="123520" cy="12352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4350219" y="1741772"/>
              <a:ext cx="261620" cy="130175"/>
            </a:xfrm>
            <a:custGeom>
              <a:avLst/>
              <a:gdLst/>
              <a:ahLst/>
              <a:cxnLst/>
              <a:rect l="l" t="t" r="r" b="b"/>
              <a:pathLst>
                <a:path w="261619" h="130175">
                  <a:moveTo>
                    <a:pt x="130637" y="129966"/>
                  </a:moveTo>
                  <a:lnTo>
                    <a:pt x="92440" y="125652"/>
                  </a:lnTo>
                  <a:lnTo>
                    <a:pt x="57297" y="113350"/>
                  </a:lnTo>
                  <a:lnTo>
                    <a:pt x="26165" y="94023"/>
                  </a:lnTo>
                  <a:lnTo>
                    <a:pt x="0" y="68633"/>
                  </a:lnTo>
                  <a:lnTo>
                    <a:pt x="24694" y="42089"/>
                  </a:lnTo>
                  <a:lnTo>
                    <a:pt x="55523" y="20254"/>
                  </a:lnTo>
                  <a:lnTo>
                    <a:pt x="91249" y="5450"/>
                  </a:lnTo>
                  <a:lnTo>
                    <a:pt x="130637" y="0"/>
                  </a:lnTo>
                  <a:lnTo>
                    <a:pt x="170021" y="5450"/>
                  </a:lnTo>
                  <a:lnTo>
                    <a:pt x="205748" y="20254"/>
                  </a:lnTo>
                  <a:lnTo>
                    <a:pt x="236579" y="42089"/>
                  </a:lnTo>
                  <a:lnTo>
                    <a:pt x="261274" y="68633"/>
                  </a:lnTo>
                  <a:lnTo>
                    <a:pt x="235108" y="94023"/>
                  </a:lnTo>
                  <a:lnTo>
                    <a:pt x="203974" y="113350"/>
                  </a:lnTo>
                  <a:lnTo>
                    <a:pt x="168830" y="125652"/>
                  </a:lnTo>
                  <a:lnTo>
                    <a:pt x="130637" y="129966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15019720" y="2202256"/>
            <a:ext cx="400685" cy="400685"/>
            <a:chOff x="15019720" y="2202256"/>
            <a:chExt cx="400685" cy="400685"/>
          </a:xfrm>
        </p:grpSpPr>
        <p:sp>
          <p:nvSpPr>
            <p:cNvPr id="17" name="object 17"/>
            <p:cNvSpPr/>
            <p:nvPr/>
          </p:nvSpPr>
          <p:spPr>
            <a:xfrm>
              <a:off x="15019720" y="2202256"/>
              <a:ext cx="400685" cy="400685"/>
            </a:xfrm>
            <a:custGeom>
              <a:avLst/>
              <a:gdLst/>
              <a:ahLst/>
              <a:cxnLst/>
              <a:rect l="l" t="t" r="r" b="b"/>
              <a:pathLst>
                <a:path w="400684" h="400685">
                  <a:moveTo>
                    <a:pt x="200329" y="400659"/>
                  </a:moveTo>
                  <a:lnTo>
                    <a:pt x="154397" y="395368"/>
                  </a:lnTo>
                  <a:lnTo>
                    <a:pt x="112231" y="380297"/>
                  </a:lnTo>
                  <a:lnTo>
                    <a:pt x="75035" y="356648"/>
                  </a:lnTo>
                  <a:lnTo>
                    <a:pt x="44011" y="325624"/>
                  </a:lnTo>
                  <a:lnTo>
                    <a:pt x="20362" y="288427"/>
                  </a:lnTo>
                  <a:lnTo>
                    <a:pt x="5291" y="246262"/>
                  </a:lnTo>
                  <a:lnTo>
                    <a:pt x="0" y="200329"/>
                  </a:lnTo>
                  <a:lnTo>
                    <a:pt x="5291" y="154394"/>
                  </a:lnTo>
                  <a:lnTo>
                    <a:pt x="20362" y="112228"/>
                  </a:lnTo>
                  <a:lnTo>
                    <a:pt x="44011" y="75032"/>
                  </a:lnTo>
                  <a:lnTo>
                    <a:pt x="75035" y="44009"/>
                  </a:lnTo>
                  <a:lnTo>
                    <a:pt x="112231" y="20361"/>
                  </a:lnTo>
                  <a:lnTo>
                    <a:pt x="154397" y="5290"/>
                  </a:lnTo>
                  <a:lnTo>
                    <a:pt x="200329" y="0"/>
                  </a:lnTo>
                  <a:lnTo>
                    <a:pt x="246264" y="5290"/>
                  </a:lnTo>
                  <a:lnTo>
                    <a:pt x="288431" y="20361"/>
                  </a:lnTo>
                  <a:lnTo>
                    <a:pt x="325627" y="44009"/>
                  </a:lnTo>
                  <a:lnTo>
                    <a:pt x="356650" y="75032"/>
                  </a:lnTo>
                  <a:lnTo>
                    <a:pt x="380298" y="112228"/>
                  </a:lnTo>
                  <a:lnTo>
                    <a:pt x="395368" y="154394"/>
                  </a:lnTo>
                  <a:lnTo>
                    <a:pt x="400659" y="200329"/>
                  </a:lnTo>
                  <a:lnTo>
                    <a:pt x="395368" y="246262"/>
                  </a:lnTo>
                  <a:lnTo>
                    <a:pt x="380298" y="288427"/>
                  </a:lnTo>
                  <a:lnTo>
                    <a:pt x="356650" y="325624"/>
                  </a:lnTo>
                  <a:lnTo>
                    <a:pt x="325627" y="356648"/>
                  </a:lnTo>
                  <a:lnTo>
                    <a:pt x="288431" y="380297"/>
                  </a:lnTo>
                  <a:lnTo>
                    <a:pt x="246264" y="395368"/>
                  </a:lnTo>
                  <a:lnTo>
                    <a:pt x="200329" y="400659"/>
                  </a:lnTo>
                  <a:close/>
                </a:path>
              </a:pathLst>
            </a:custGeom>
            <a:solidFill>
              <a:srgbClr val="0D2129">
                <a:alpha val="5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158290" y="2280643"/>
              <a:ext cx="123520" cy="12352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5089413" y="2442400"/>
              <a:ext cx="261620" cy="130175"/>
            </a:xfrm>
            <a:custGeom>
              <a:avLst/>
              <a:gdLst/>
              <a:ahLst/>
              <a:cxnLst/>
              <a:rect l="l" t="t" r="r" b="b"/>
              <a:pathLst>
                <a:path w="261619" h="130175">
                  <a:moveTo>
                    <a:pt x="130637" y="129966"/>
                  </a:moveTo>
                  <a:lnTo>
                    <a:pt x="92440" y="125652"/>
                  </a:lnTo>
                  <a:lnTo>
                    <a:pt x="57297" y="113350"/>
                  </a:lnTo>
                  <a:lnTo>
                    <a:pt x="26165" y="94023"/>
                  </a:lnTo>
                  <a:lnTo>
                    <a:pt x="0" y="68633"/>
                  </a:lnTo>
                  <a:lnTo>
                    <a:pt x="24694" y="42089"/>
                  </a:lnTo>
                  <a:lnTo>
                    <a:pt x="55523" y="20254"/>
                  </a:lnTo>
                  <a:lnTo>
                    <a:pt x="91249" y="5450"/>
                  </a:lnTo>
                  <a:lnTo>
                    <a:pt x="130637" y="0"/>
                  </a:lnTo>
                  <a:lnTo>
                    <a:pt x="170021" y="5450"/>
                  </a:lnTo>
                  <a:lnTo>
                    <a:pt x="205748" y="20254"/>
                  </a:lnTo>
                  <a:lnTo>
                    <a:pt x="236579" y="42089"/>
                  </a:lnTo>
                  <a:lnTo>
                    <a:pt x="261274" y="68633"/>
                  </a:lnTo>
                  <a:lnTo>
                    <a:pt x="235108" y="94023"/>
                  </a:lnTo>
                  <a:lnTo>
                    <a:pt x="203974" y="113350"/>
                  </a:lnTo>
                  <a:lnTo>
                    <a:pt x="168830" y="125652"/>
                  </a:lnTo>
                  <a:lnTo>
                    <a:pt x="130637" y="129966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15272339" y="4436981"/>
            <a:ext cx="244475" cy="487680"/>
          </a:xfrm>
          <a:custGeom>
            <a:avLst/>
            <a:gdLst/>
            <a:ahLst/>
            <a:cxnLst/>
            <a:rect l="l" t="t" r="r" b="b"/>
            <a:pathLst>
              <a:path w="244475" h="487679">
                <a:moveTo>
                  <a:pt x="243916" y="487100"/>
                </a:moveTo>
                <a:lnTo>
                  <a:pt x="0" y="487100"/>
                </a:lnTo>
                <a:lnTo>
                  <a:pt x="0" y="0"/>
                </a:lnTo>
                <a:lnTo>
                  <a:pt x="243916" y="0"/>
                </a:lnTo>
                <a:lnTo>
                  <a:pt x="243916" y="487100"/>
                </a:lnTo>
                <a:close/>
              </a:path>
            </a:pathLst>
          </a:custGeom>
          <a:solidFill>
            <a:srgbClr val="29B474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5620838" y="4133003"/>
            <a:ext cx="244475" cy="791210"/>
          </a:xfrm>
          <a:custGeom>
            <a:avLst/>
            <a:gdLst/>
            <a:ahLst/>
            <a:cxnLst/>
            <a:rect l="l" t="t" r="r" b="b"/>
            <a:pathLst>
              <a:path w="244475" h="791210">
                <a:moveTo>
                  <a:pt x="243916" y="791077"/>
                </a:moveTo>
                <a:lnTo>
                  <a:pt x="0" y="791077"/>
                </a:lnTo>
                <a:lnTo>
                  <a:pt x="0" y="0"/>
                </a:lnTo>
                <a:lnTo>
                  <a:pt x="243916" y="0"/>
                </a:lnTo>
                <a:lnTo>
                  <a:pt x="243916" y="791077"/>
                </a:lnTo>
                <a:close/>
              </a:path>
            </a:pathLst>
          </a:custGeom>
          <a:solidFill>
            <a:srgbClr val="29B474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4923845" y="4291591"/>
            <a:ext cx="244475" cy="633095"/>
          </a:xfrm>
          <a:custGeom>
            <a:avLst/>
            <a:gdLst/>
            <a:ahLst/>
            <a:cxnLst/>
            <a:rect l="l" t="t" r="r" b="b"/>
            <a:pathLst>
              <a:path w="244475" h="633095">
                <a:moveTo>
                  <a:pt x="243916" y="632490"/>
                </a:moveTo>
                <a:lnTo>
                  <a:pt x="0" y="632490"/>
                </a:lnTo>
                <a:lnTo>
                  <a:pt x="0" y="0"/>
                </a:lnTo>
                <a:lnTo>
                  <a:pt x="243916" y="0"/>
                </a:lnTo>
                <a:lnTo>
                  <a:pt x="243916" y="632490"/>
                </a:lnTo>
                <a:close/>
              </a:path>
            </a:pathLst>
          </a:custGeom>
          <a:solidFill>
            <a:srgbClr val="29B474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4575336" y="4674023"/>
            <a:ext cx="244475" cy="250190"/>
          </a:xfrm>
          <a:custGeom>
            <a:avLst/>
            <a:gdLst/>
            <a:ahLst/>
            <a:cxnLst/>
            <a:rect l="l" t="t" r="r" b="b"/>
            <a:pathLst>
              <a:path w="244475" h="250189">
                <a:moveTo>
                  <a:pt x="243916" y="250057"/>
                </a:moveTo>
                <a:lnTo>
                  <a:pt x="0" y="250057"/>
                </a:lnTo>
                <a:lnTo>
                  <a:pt x="0" y="0"/>
                </a:lnTo>
                <a:lnTo>
                  <a:pt x="243916" y="0"/>
                </a:lnTo>
                <a:lnTo>
                  <a:pt x="243916" y="250057"/>
                </a:lnTo>
                <a:close/>
              </a:path>
            </a:pathLst>
          </a:custGeom>
          <a:solidFill>
            <a:srgbClr val="29B474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666544" y="3494532"/>
            <a:ext cx="96103" cy="96103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843243" y="3494532"/>
            <a:ext cx="96103" cy="96103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019952" y="3494532"/>
            <a:ext cx="96103" cy="96103"/>
          </a:xfrm>
          <a:prstGeom prst="rect">
            <a:avLst/>
          </a:prstGeom>
        </p:spPr>
      </p:pic>
      <p:sp>
        <p:nvSpPr>
          <p:cNvPr id="27" name="object 27"/>
          <p:cNvSpPr/>
          <p:nvPr/>
        </p:nvSpPr>
        <p:spPr>
          <a:xfrm>
            <a:off x="10044569" y="4692065"/>
            <a:ext cx="2569845" cy="4417060"/>
          </a:xfrm>
          <a:custGeom>
            <a:avLst/>
            <a:gdLst/>
            <a:ahLst/>
            <a:cxnLst/>
            <a:rect l="l" t="t" r="r" b="b"/>
            <a:pathLst>
              <a:path w="2569845" h="4417059">
                <a:moveTo>
                  <a:pt x="2569756" y="4416742"/>
                </a:moveTo>
                <a:lnTo>
                  <a:pt x="2561209" y="4376737"/>
                </a:lnTo>
                <a:lnTo>
                  <a:pt x="2548305" y="4339145"/>
                </a:lnTo>
                <a:lnTo>
                  <a:pt x="2531262" y="4303839"/>
                </a:lnTo>
                <a:lnTo>
                  <a:pt x="2510269" y="4270705"/>
                </a:lnTo>
                <a:lnTo>
                  <a:pt x="2485504" y="4239641"/>
                </a:lnTo>
                <a:lnTo>
                  <a:pt x="2457183" y="4210545"/>
                </a:lnTo>
                <a:lnTo>
                  <a:pt x="2425496" y="4183303"/>
                </a:lnTo>
                <a:lnTo>
                  <a:pt x="2390635" y="4157815"/>
                </a:lnTo>
                <a:lnTo>
                  <a:pt x="2352789" y="4133964"/>
                </a:lnTo>
                <a:lnTo>
                  <a:pt x="2312162" y="4111650"/>
                </a:lnTo>
                <a:lnTo>
                  <a:pt x="2268944" y="4090771"/>
                </a:lnTo>
                <a:lnTo>
                  <a:pt x="2223338" y="4071201"/>
                </a:lnTo>
                <a:lnTo>
                  <a:pt x="2175535" y="4052836"/>
                </a:lnTo>
                <a:lnTo>
                  <a:pt x="2125713" y="4035590"/>
                </a:lnTo>
                <a:lnTo>
                  <a:pt x="2074100" y="4019334"/>
                </a:lnTo>
                <a:lnTo>
                  <a:pt x="2020862" y="4003967"/>
                </a:lnTo>
                <a:lnTo>
                  <a:pt x="1966214" y="3989387"/>
                </a:lnTo>
                <a:lnTo>
                  <a:pt x="1955838" y="3821366"/>
                </a:lnTo>
                <a:lnTo>
                  <a:pt x="2279231" y="3775075"/>
                </a:lnTo>
                <a:lnTo>
                  <a:pt x="2005571" y="0"/>
                </a:lnTo>
                <a:lnTo>
                  <a:pt x="769975" y="0"/>
                </a:lnTo>
                <a:lnTo>
                  <a:pt x="820966" y="1640814"/>
                </a:lnTo>
                <a:lnTo>
                  <a:pt x="123698" y="3816451"/>
                </a:lnTo>
                <a:lnTo>
                  <a:pt x="248145" y="3841953"/>
                </a:lnTo>
                <a:lnTo>
                  <a:pt x="0" y="4405503"/>
                </a:lnTo>
                <a:lnTo>
                  <a:pt x="1220203" y="4405503"/>
                </a:lnTo>
                <a:lnTo>
                  <a:pt x="1198321" y="4337507"/>
                </a:lnTo>
                <a:lnTo>
                  <a:pt x="1157833" y="4274998"/>
                </a:lnTo>
                <a:lnTo>
                  <a:pt x="1130414" y="4245851"/>
                </a:lnTo>
                <a:lnTo>
                  <a:pt x="1098118" y="4218140"/>
                </a:lnTo>
                <a:lnTo>
                  <a:pt x="1060856" y="4191889"/>
                </a:lnTo>
                <a:lnTo>
                  <a:pt x="1018578" y="4167111"/>
                </a:lnTo>
                <a:lnTo>
                  <a:pt x="971194" y="4143845"/>
                </a:lnTo>
                <a:lnTo>
                  <a:pt x="918641" y="4122102"/>
                </a:lnTo>
                <a:lnTo>
                  <a:pt x="860818" y="4101909"/>
                </a:lnTo>
                <a:lnTo>
                  <a:pt x="797674" y="4083278"/>
                </a:lnTo>
                <a:lnTo>
                  <a:pt x="729132" y="4066235"/>
                </a:lnTo>
                <a:lnTo>
                  <a:pt x="760310" y="3946842"/>
                </a:lnTo>
                <a:lnTo>
                  <a:pt x="931557" y="3981907"/>
                </a:lnTo>
                <a:lnTo>
                  <a:pt x="1238173" y="2979788"/>
                </a:lnTo>
                <a:lnTo>
                  <a:pt x="1383284" y="3903294"/>
                </a:lnTo>
                <a:lnTo>
                  <a:pt x="1475041" y="3890175"/>
                </a:lnTo>
                <a:lnTo>
                  <a:pt x="1524596" y="4416742"/>
                </a:lnTo>
                <a:lnTo>
                  <a:pt x="2569756" y="4416742"/>
                </a:lnTo>
                <a:close/>
              </a:path>
            </a:pathLst>
          </a:custGeom>
          <a:solidFill>
            <a:srgbClr val="0D2129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28"/>
          <p:cNvGrpSpPr/>
          <p:nvPr/>
        </p:nvGrpSpPr>
        <p:grpSpPr>
          <a:xfrm>
            <a:off x="10113629" y="1775537"/>
            <a:ext cx="4016375" cy="3403600"/>
            <a:chOff x="10113629" y="1775537"/>
            <a:chExt cx="4016375" cy="3403600"/>
          </a:xfrm>
        </p:grpSpPr>
        <p:sp>
          <p:nvSpPr>
            <p:cNvPr id="29" name="object 29"/>
            <p:cNvSpPr/>
            <p:nvPr/>
          </p:nvSpPr>
          <p:spPr>
            <a:xfrm>
              <a:off x="13490842" y="2290051"/>
              <a:ext cx="639445" cy="741045"/>
            </a:xfrm>
            <a:custGeom>
              <a:avLst/>
              <a:gdLst/>
              <a:ahLst/>
              <a:cxnLst/>
              <a:rect l="l" t="t" r="r" b="b"/>
              <a:pathLst>
                <a:path w="639444" h="741044">
                  <a:moveTo>
                    <a:pt x="202864" y="740538"/>
                  </a:moveTo>
                  <a:lnTo>
                    <a:pt x="0" y="526044"/>
                  </a:lnTo>
                  <a:lnTo>
                    <a:pt x="34024" y="487358"/>
                  </a:lnTo>
                  <a:lnTo>
                    <a:pt x="66359" y="448435"/>
                  </a:lnTo>
                  <a:lnTo>
                    <a:pt x="96334" y="409182"/>
                  </a:lnTo>
                  <a:lnTo>
                    <a:pt x="123281" y="369506"/>
                  </a:lnTo>
                  <a:lnTo>
                    <a:pt x="146530" y="329313"/>
                  </a:lnTo>
                  <a:lnTo>
                    <a:pt x="175579" y="266434"/>
                  </a:lnTo>
                  <a:lnTo>
                    <a:pt x="187983" y="245655"/>
                  </a:lnTo>
                  <a:lnTo>
                    <a:pt x="219614" y="209127"/>
                  </a:lnTo>
                  <a:lnTo>
                    <a:pt x="259856" y="177534"/>
                  </a:lnTo>
                  <a:lnTo>
                    <a:pt x="311356" y="147205"/>
                  </a:lnTo>
                  <a:lnTo>
                    <a:pt x="572302" y="11482"/>
                  </a:lnTo>
                  <a:lnTo>
                    <a:pt x="612997" y="0"/>
                  </a:lnTo>
                  <a:lnTo>
                    <a:pt x="638331" y="11656"/>
                  </a:lnTo>
                  <a:lnTo>
                    <a:pt x="639124" y="39418"/>
                  </a:lnTo>
                  <a:lnTo>
                    <a:pt x="606194" y="76250"/>
                  </a:lnTo>
                  <a:lnTo>
                    <a:pt x="351292" y="281059"/>
                  </a:lnTo>
                  <a:lnTo>
                    <a:pt x="398142" y="281320"/>
                  </a:lnTo>
                  <a:lnTo>
                    <a:pt x="446431" y="291805"/>
                  </a:lnTo>
                  <a:lnTo>
                    <a:pt x="606304" y="390947"/>
                  </a:lnTo>
                  <a:lnTo>
                    <a:pt x="632499" y="424476"/>
                  </a:lnTo>
                  <a:lnTo>
                    <a:pt x="633069" y="444746"/>
                  </a:lnTo>
                  <a:lnTo>
                    <a:pt x="621205" y="457491"/>
                  </a:lnTo>
                  <a:lnTo>
                    <a:pt x="597563" y="463109"/>
                  </a:lnTo>
                  <a:lnTo>
                    <a:pt x="562801" y="461997"/>
                  </a:lnTo>
                  <a:lnTo>
                    <a:pt x="562780" y="497100"/>
                  </a:lnTo>
                  <a:lnTo>
                    <a:pt x="546463" y="517503"/>
                  </a:lnTo>
                  <a:lnTo>
                    <a:pt x="516370" y="525478"/>
                  </a:lnTo>
                  <a:lnTo>
                    <a:pt x="475021" y="523297"/>
                  </a:lnTo>
                  <a:lnTo>
                    <a:pt x="475974" y="557604"/>
                  </a:lnTo>
                  <a:lnTo>
                    <a:pt x="457570" y="574263"/>
                  </a:lnTo>
                  <a:lnTo>
                    <a:pt x="422192" y="575450"/>
                  </a:lnTo>
                  <a:lnTo>
                    <a:pt x="372225" y="563338"/>
                  </a:lnTo>
                  <a:lnTo>
                    <a:pt x="202864" y="740538"/>
                  </a:lnTo>
                  <a:close/>
                </a:path>
              </a:pathLst>
            </a:custGeom>
            <a:solidFill>
              <a:srgbClr val="EBAA70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613885" y="2711601"/>
              <a:ext cx="3222625" cy="2257425"/>
            </a:xfrm>
            <a:custGeom>
              <a:avLst/>
              <a:gdLst/>
              <a:ahLst/>
              <a:cxnLst/>
              <a:rect l="l" t="t" r="r" b="b"/>
              <a:pathLst>
                <a:path w="3222625" h="2257425">
                  <a:moveTo>
                    <a:pt x="3222269" y="444296"/>
                  </a:moveTo>
                  <a:lnTo>
                    <a:pt x="2817977" y="16814"/>
                  </a:lnTo>
                  <a:lnTo>
                    <a:pt x="2066150" y="675106"/>
                  </a:lnTo>
                  <a:lnTo>
                    <a:pt x="2037207" y="652233"/>
                  </a:lnTo>
                  <a:lnTo>
                    <a:pt x="1998472" y="622211"/>
                  </a:lnTo>
                  <a:lnTo>
                    <a:pt x="1959432" y="592480"/>
                  </a:lnTo>
                  <a:lnTo>
                    <a:pt x="1920062" y="563067"/>
                  </a:lnTo>
                  <a:lnTo>
                    <a:pt x="1880374" y="533958"/>
                  </a:lnTo>
                  <a:lnTo>
                    <a:pt x="1840357" y="505155"/>
                  </a:lnTo>
                  <a:lnTo>
                    <a:pt x="1800021" y="476656"/>
                  </a:lnTo>
                  <a:lnTo>
                    <a:pt x="1759356" y="448462"/>
                  </a:lnTo>
                  <a:lnTo>
                    <a:pt x="1718373" y="420585"/>
                  </a:lnTo>
                  <a:lnTo>
                    <a:pt x="1677060" y="393014"/>
                  </a:lnTo>
                  <a:lnTo>
                    <a:pt x="1635417" y="365760"/>
                  </a:lnTo>
                  <a:lnTo>
                    <a:pt x="1593456" y="338810"/>
                  </a:lnTo>
                  <a:lnTo>
                    <a:pt x="1551152" y="312166"/>
                  </a:lnTo>
                  <a:lnTo>
                    <a:pt x="1508531" y="285851"/>
                  </a:lnTo>
                  <a:lnTo>
                    <a:pt x="1465580" y="259829"/>
                  </a:lnTo>
                  <a:lnTo>
                    <a:pt x="1422285" y="234137"/>
                  </a:lnTo>
                  <a:lnTo>
                    <a:pt x="1378673" y="208762"/>
                  </a:lnTo>
                  <a:lnTo>
                    <a:pt x="1334719" y="183692"/>
                  </a:lnTo>
                  <a:lnTo>
                    <a:pt x="1330515" y="183095"/>
                  </a:lnTo>
                  <a:lnTo>
                    <a:pt x="1294218" y="154673"/>
                  </a:lnTo>
                  <a:lnTo>
                    <a:pt x="1254429" y="129349"/>
                  </a:lnTo>
                  <a:lnTo>
                    <a:pt x="1212176" y="107365"/>
                  </a:lnTo>
                  <a:lnTo>
                    <a:pt x="1167726" y="88353"/>
                  </a:lnTo>
                  <a:lnTo>
                    <a:pt x="1121359" y="71958"/>
                  </a:lnTo>
                  <a:lnTo>
                    <a:pt x="1073327" y="57823"/>
                  </a:lnTo>
                  <a:lnTo>
                    <a:pt x="1023912" y="45567"/>
                  </a:lnTo>
                  <a:lnTo>
                    <a:pt x="973353" y="34848"/>
                  </a:lnTo>
                  <a:lnTo>
                    <a:pt x="921943" y="25285"/>
                  </a:lnTo>
                  <a:lnTo>
                    <a:pt x="869950" y="16535"/>
                  </a:lnTo>
                  <a:lnTo>
                    <a:pt x="765225" y="0"/>
                  </a:lnTo>
                  <a:lnTo>
                    <a:pt x="714667" y="6692"/>
                  </a:lnTo>
                  <a:lnTo>
                    <a:pt x="665226" y="14795"/>
                  </a:lnTo>
                  <a:lnTo>
                    <a:pt x="616877" y="24282"/>
                  </a:lnTo>
                  <a:lnTo>
                    <a:pt x="569620" y="35140"/>
                  </a:lnTo>
                  <a:lnTo>
                    <a:pt x="523405" y="47345"/>
                  </a:lnTo>
                  <a:lnTo>
                    <a:pt x="478231" y="60871"/>
                  </a:lnTo>
                  <a:lnTo>
                    <a:pt x="434086" y="75717"/>
                  </a:lnTo>
                  <a:lnTo>
                    <a:pt x="390931" y="91846"/>
                  </a:lnTo>
                  <a:lnTo>
                    <a:pt x="348754" y="109245"/>
                  </a:lnTo>
                  <a:lnTo>
                    <a:pt x="275043" y="142862"/>
                  </a:lnTo>
                  <a:lnTo>
                    <a:pt x="212013" y="175247"/>
                  </a:lnTo>
                  <a:lnTo>
                    <a:pt x="158915" y="206629"/>
                  </a:lnTo>
                  <a:lnTo>
                    <a:pt x="114973" y="237223"/>
                  </a:lnTo>
                  <a:lnTo>
                    <a:pt x="79451" y="267246"/>
                  </a:lnTo>
                  <a:lnTo>
                    <a:pt x="51549" y="296926"/>
                  </a:lnTo>
                  <a:lnTo>
                    <a:pt x="15646" y="356108"/>
                  </a:lnTo>
                  <a:lnTo>
                    <a:pt x="1130" y="416521"/>
                  </a:lnTo>
                  <a:lnTo>
                    <a:pt x="0" y="447751"/>
                  </a:lnTo>
                  <a:lnTo>
                    <a:pt x="1930" y="479945"/>
                  </a:lnTo>
                  <a:lnTo>
                    <a:pt x="6159" y="513321"/>
                  </a:lnTo>
                  <a:lnTo>
                    <a:pt x="11925" y="548119"/>
                  </a:lnTo>
                  <a:lnTo>
                    <a:pt x="18465" y="584530"/>
                  </a:lnTo>
                  <a:lnTo>
                    <a:pt x="25019" y="622808"/>
                  </a:lnTo>
                  <a:lnTo>
                    <a:pt x="30810" y="663143"/>
                  </a:lnTo>
                  <a:lnTo>
                    <a:pt x="187706" y="1920913"/>
                  </a:lnTo>
                  <a:lnTo>
                    <a:pt x="197878" y="1971243"/>
                  </a:lnTo>
                  <a:lnTo>
                    <a:pt x="215163" y="2018677"/>
                  </a:lnTo>
                  <a:lnTo>
                    <a:pt x="239014" y="2062594"/>
                  </a:lnTo>
                  <a:lnTo>
                    <a:pt x="268884" y="2102370"/>
                  </a:lnTo>
                  <a:lnTo>
                    <a:pt x="304215" y="2137384"/>
                  </a:lnTo>
                  <a:lnTo>
                    <a:pt x="344474" y="2167039"/>
                  </a:lnTo>
                  <a:lnTo>
                    <a:pt x="389102" y="2190699"/>
                  </a:lnTo>
                  <a:lnTo>
                    <a:pt x="437553" y="2207742"/>
                  </a:lnTo>
                  <a:lnTo>
                    <a:pt x="483933" y="2219439"/>
                  </a:lnTo>
                  <a:lnTo>
                    <a:pt x="530504" y="2229523"/>
                  </a:lnTo>
                  <a:lnTo>
                    <a:pt x="577265" y="2238044"/>
                  </a:lnTo>
                  <a:lnTo>
                    <a:pt x="624230" y="2244991"/>
                  </a:lnTo>
                  <a:lnTo>
                    <a:pt x="671398" y="2250389"/>
                  </a:lnTo>
                  <a:lnTo>
                    <a:pt x="718769" y="2254250"/>
                  </a:lnTo>
                  <a:lnTo>
                    <a:pt x="766356" y="2256574"/>
                  </a:lnTo>
                  <a:lnTo>
                    <a:pt x="814146" y="2257387"/>
                  </a:lnTo>
                  <a:lnTo>
                    <a:pt x="862164" y="2256688"/>
                  </a:lnTo>
                  <a:lnTo>
                    <a:pt x="910412" y="2254504"/>
                  </a:lnTo>
                  <a:lnTo>
                    <a:pt x="958875" y="2250846"/>
                  </a:lnTo>
                  <a:lnTo>
                    <a:pt x="1007567" y="2245728"/>
                  </a:lnTo>
                  <a:lnTo>
                    <a:pt x="1056500" y="2239149"/>
                  </a:lnTo>
                  <a:lnTo>
                    <a:pt x="1105674" y="2231136"/>
                  </a:lnTo>
                  <a:lnTo>
                    <a:pt x="1155077" y="2221700"/>
                  </a:lnTo>
                  <a:lnTo>
                    <a:pt x="1204734" y="2210841"/>
                  </a:lnTo>
                  <a:lnTo>
                    <a:pt x="1254645" y="2198586"/>
                  </a:lnTo>
                  <a:lnTo>
                    <a:pt x="1304810" y="2184946"/>
                  </a:lnTo>
                  <a:lnTo>
                    <a:pt x="1355217" y="2169934"/>
                  </a:lnTo>
                  <a:lnTo>
                    <a:pt x="1399184" y="2152218"/>
                  </a:lnTo>
                  <a:lnTo>
                    <a:pt x="1438922" y="2128101"/>
                  </a:lnTo>
                  <a:lnTo>
                    <a:pt x="1473936" y="2098294"/>
                  </a:lnTo>
                  <a:lnTo>
                    <a:pt x="1503718" y="2063534"/>
                  </a:lnTo>
                  <a:lnTo>
                    <a:pt x="1527746" y="2024545"/>
                  </a:lnTo>
                  <a:lnTo>
                    <a:pt x="1545513" y="1982063"/>
                  </a:lnTo>
                  <a:lnTo>
                    <a:pt x="1556524" y="1936813"/>
                  </a:lnTo>
                  <a:lnTo>
                    <a:pt x="1560258" y="1889531"/>
                  </a:lnTo>
                  <a:lnTo>
                    <a:pt x="1560322" y="1835188"/>
                  </a:lnTo>
                  <a:lnTo>
                    <a:pt x="1560652" y="1780197"/>
                  </a:lnTo>
                  <a:lnTo>
                    <a:pt x="1561211" y="1724660"/>
                  </a:lnTo>
                  <a:lnTo>
                    <a:pt x="1565363" y="1441945"/>
                  </a:lnTo>
                  <a:lnTo>
                    <a:pt x="1566100" y="1385062"/>
                  </a:lnTo>
                  <a:lnTo>
                    <a:pt x="1566684" y="1328293"/>
                  </a:lnTo>
                  <a:lnTo>
                    <a:pt x="1567065" y="1271727"/>
                  </a:lnTo>
                  <a:lnTo>
                    <a:pt x="1567192" y="1215466"/>
                  </a:lnTo>
                  <a:lnTo>
                    <a:pt x="1566989" y="1159598"/>
                  </a:lnTo>
                  <a:lnTo>
                    <a:pt x="1566430" y="1104214"/>
                  </a:lnTo>
                  <a:lnTo>
                    <a:pt x="1566240" y="1093597"/>
                  </a:lnTo>
                  <a:lnTo>
                    <a:pt x="1595983" y="1114488"/>
                  </a:lnTo>
                  <a:lnTo>
                    <a:pt x="1639150" y="1143952"/>
                  </a:lnTo>
                  <a:lnTo>
                    <a:pt x="1681619" y="1171956"/>
                  </a:lnTo>
                  <a:lnTo>
                    <a:pt x="1723326" y="1198410"/>
                  </a:lnTo>
                  <a:lnTo>
                    <a:pt x="1764233" y="1223238"/>
                  </a:lnTo>
                  <a:lnTo>
                    <a:pt x="1804314" y="1246352"/>
                  </a:lnTo>
                  <a:lnTo>
                    <a:pt x="1843493" y="1267663"/>
                  </a:lnTo>
                  <a:lnTo>
                    <a:pt x="1881759" y="1287068"/>
                  </a:lnTo>
                  <a:lnTo>
                    <a:pt x="1919046" y="1304505"/>
                  </a:lnTo>
                  <a:lnTo>
                    <a:pt x="1955330" y="1319872"/>
                  </a:lnTo>
                  <a:lnTo>
                    <a:pt x="2024684" y="1344041"/>
                  </a:lnTo>
                  <a:lnTo>
                    <a:pt x="2107298" y="1359598"/>
                  </a:lnTo>
                  <a:lnTo>
                    <a:pt x="2156790" y="1357680"/>
                  </a:lnTo>
                  <a:lnTo>
                    <a:pt x="2204770" y="1346911"/>
                  </a:lnTo>
                  <a:lnTo>
                    <a:pt x="2249843" y="1327251"/>
                  </a:lnTo>
                  <a:lnTo>
                    <a:pt x="2250097" y="1327073"/>
                  </a:lnTo>
                  <a:lnTo>
                    <a:pt x="2263292" y="1322362"/>
                  </a:lnTo>
                  <a:lnTo>
                    <a:pt x="2321826" y="1292809"/>
                  </a:lnTo>
                  <a:lnTo>
                    <a:pt x="2383383" y="1255712"/>
                  </a:lnTo>
                  <a:lnTo>
                    <a:pt x="2415248" y="1234452"/>
                  </a:lnTo>
                  <a:lnTo>
                    <a:pt x="2447823" y="1211414"/>
                  </a:lnTo>
                  <a:lnTo>
                    <a:pt x="2481097" y="1186675"/>
                  </a:lnTo>
                  <a:lnTo>
                    <a:pt x="2515031" y="1160246"/>
                  </a:lnTo>
                  <a:lnTo>
                    <a:pt x="2549626" y="1132179"/>
                  </a:lnTo>
                  <a:lnTo>
                    <a:pt x="2584856" y="1102512"/>
                  </a:lnTo>
                  <a:lnTo>
                    <a:pt x="2620721" y="1071295"/>
                  </a:lnTo>
                  <a:lnTo>
                    <a:pt x="2657183" y="1038567"/>
                  </a:lnTo>
                  <a:lnTo>
                    <a:pt x="2694241" y="1004354"/>
                  </a:lnTo>
                  <a:lnTo>
                    <a:pt x="2731884" y="968717"/>
                  </a:lnTo>
                  <a:lnTo>
                    <a:pt x="2770073" y="931697"/>
                  </a:lnTo>
                  <a:lnTo>
                    <a:pt x="2808795" y="893318"/>
                  </a:lnTo>
                  <a:lnTo>
                    <a:pt x="2848051" y="853630"/>
                  </a:lnTo>
                  <a:lnTo>
                    <a:pt x="2887827" y="812673"/>
                  </a:lnTo>
                  <a:lnTo>
                    <a:pt x="2928074" y="770483"/>
                  </a:lnTo>
                  <a:lnTo>
                    <a:pt x="2968815" y="727113"/>
                  </a:lnTo>
                  <a:lnTo>
                    <a:pt x="3010001" y="682599"/>
                  </a:lnTo>
                  <a:lnTo>
                    <a:pt x="3051632" y="636981"/>
                  </a:lnTo>
                  <a:lnTo>
                    <a:pt x="3093694" y="590308"/>
                  </a:lnTo>
                  <a:lnTo>
                    <a:pt x="3136163" y="542607"/>
                  </a:lnTo>
                  <a:lnTo>
                    <a:pt x="3179038" y="493915"/>
                  </a:lnTo>
                  <a:lnTo>
                    <a:pt x="3222269" y="444296"/>
                  </a:lnTo>
                  <a:close/>
                </a:path>
              </a:pathLst>
            </a:custGeom>
            <a:solidFill>
              <a:srgbClr val="29B474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1195441" y="2366718"/>
              <a:ext cx="367665" cy="483870"/>
            </a:xfrm>
            <a:custGeom>
              <a:avLst/>
              <a:gdLst/>
              <a:ahLst/>
              <a:cxnLst/>
              <a:rect l="l" t="t" r="r" b="b"/>
              <a:pathLst>
                <a:path w="367665" h="483869">
                  <a:moveTo>
                    <a:pt x="251162" y="483580"/>
                  </a:moveTo>
                  <a:lnTo>
                    <a:pt x="0" y="329885"/>
                  </a:lnTo>
                  <a:lnTo>
                    <a:pt x="0" y="95592"/>
                  </a:lnTo>
                  <a:lnTo>
                    <a:pt x="341673" y="0"/>
                  </a:lnTo>
                  <a:lnTo>
                    <a:pt x="367375" y="359877"/>
                  </a:lnTo>
                  <a:lnTo>
                    <a:pt x="251162" y="483580"/>
                  </a:lnTo>
                  <a:close/>
                </a:path>
              </a:pathLst>
            </a:custGeom>
            <a:solidFill>
              <a:srgbClr val="EBAA70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1097501" y="2608508"/>
              <a:ext cx="549910" cy="497205"/>
            </a:xfrm>
            <a:custGeom>
              <a:avLst/>
              <a:gdLst/>
              <a:ahLst/>
              <a:cxnLst/>
              <a:rect l="l" t="t" r="r" b="b"/>
              <a:pathLst>
                <a:path w="549909" h="497205">
                  <a:moveTo>
                    <a:pt x="246011" y="497174"/>
                  </a:moveTo>
                  <a:lnTo>
                    <a:pt x="0" y="155569"/>
                  </a:lnTo>
                  <a:lnTo>
                    <a:pt x="97939" y="0"/>
                  </a:lnTo>
                  <a:lnTo>
                    <a:pt x="350039" y="199148"/>
                  </a:lnTo>
                  <a:lnTo>
                    <a:pt x="544011" y="199148"/>
                  </a:lnTo>
                  <a:lnTo>
                    <a:pt x="534823" y="281444"/>
                  </a:lnTo>
                  <a:lnTo>
                    <a:pt x="361965" y="281444"/>
                  </a:lnTo>
                  <a:lnTo>
                    <a:pt x="246011" y="497174"/>
                  </a:lnTo>
                  <a:close/>
                </a:path>
                <a:path w="549909" h="497205">
                  <a:moveTo>
                    <a:pt x="544011" y="199148"/>
                  </a:moveTo>
                  <a:lnTo>
                    <a:pt x="350039" y="199148"/>
                  </a:lnTo>
                  <a:lnTo>
                    <a:pt x="465315" y="61386"/>
                  </a:lnTo>
                  <a:lnTo>
                    <a:pt x="549661" y="148544"/>
                  </a:lnTo>
                  <a:lnTo>
                    <a:pt x="544011" y="199148"/>
                  </a:lnTo>
                  <a:close/>
                </a:path>
                <a:path w="549909" h="497205">
                  <a:moveTo>
                    <a:pt x="517329" y="438134"/>
                  </a:moveTo>
                  <a:lnTo>
                    <a:pt x="361965" y="281444"/>
                  </a:lnTo>
                  <a:lnTo>
                    <a:pt x="534823" y="281444"/>
                  </a:lnTo>
                  <a:lnTo>
                    <a:pt x="517329" y="438134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1485961" y="4719035"/>
              <a:ext cx="695325" cy="210185"/>
            </a:xfrm>
            <a:custGeom>
              <a:avLst/>
              <a:gdLst/>
              <a:ahLst/>
              <a:cxnLst/>
              <a:rect l="l" t="t" r="r" b="b"/>
              <a:pathLst>
                <a:path w="695325" h="210185">
                  <a:moveTo>
                    <a:pt x="187436" y="209930"/>
                  </a:moveTo>
                  <a:lnTo>
                    <a:pt x="0" y="198683"/>
                  </a:lnTo>
                  <a:lnTo>
                    <a:pt x="41239" y="29992"/>
                  </a:lnTo>
                  <a:lnTo>
                    <a:pt x="695126" y="0"/>
                  </a:lnTo>
                  <a:lnTo>
                    <a:pt x="637734" y="49871"/>
                  </a:lnTo>
                  <a:lnTo>
                    <a:pt x="602513" y="72620"/>
                  </a:lnTo>
                  <a:lnTo>
                    <a:pt x="563176" y="93990"/>
                  </a:lnTo>
                  <a:lnTo>
                    <a:pt x="519902" y="114039"/>
                  </a:lnTo>
                  <a:lnTo>
                    <a:pt x="472865" y="132828"/>
                  </a:lnTo>
                  <a:lnTo>
                    <a:pt x="422243" y="150415"/>
                  </a:lnTo>
                  <a:lnTo>
                    <a:pt x="368213" y="166859"/>
                  </a:lnTo>
                  <a:lnTo>
                    <a:pt x="310951" y="182221"/>
                  </a:lnTo>
                  <a:lnTo>
                    <a:pt x="250633" y="196558"/>
                  </a:lnTo>
                  <a:lnTo>
                    <a:pt x="187436" y="209930"/>
                  </a:lnTo>
                  <a:close/>
                </a:path>
              </a:pathLst>
            </a:custGeom>
            <a:solidFill>
              <a:srgbClr val="EBAA70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0113629" y="2968743"/>
              <a:ext cx="1572895" cy="2210435"/>
            </a:xfrm>
            <a:custGeom>
              <a:avLst/>
              <a:gdLst/>
              <a:ahLst/>
              <a:cxnLst/>
              <a:rect l="l" t="t" r="r" b="b"/>
              <a:pathLst>
                <a:path w="1572895" h="2210435">
                  <a:moveTo>
                    <a:pt x="1308604" y="2210044"/>
                  </a:moveTo>
                  <a:lnTo>
                    <a:pt x="321753" y="1774660"/>
                  </a:lnTo>
                  <a:lnTo>
                    <a:pt x="273997" y="1753882"/>
                  </a:lnTo>
                  <a:lnTo>
                    <a:pt x="229683" y="1731171"/>
                  </a:lnTo>
                  <a:lnTo>
                    <a:pt x="188921" y="1706467"/>
                  </a:lnTo>
                  <a:lnTo>
                    <a:pt x="151820" y="1679706"/>
                  </a:lnTo>
                  <a:lnTo>
                    <a:pt x="118490" y="1650829"/>
                  </a:lnTo>
                  <a:lnTo>
                    <a:pt x="89042" y="1619772"/>
                  </a:lnTo>
                  <a:lnTo>
                    <a:pt x="63584" y="1586475"/>
                  </a:lnTo>
                  <a:lnTo>
                    <a:pt x="42227" y="1550876"/>
                  </a:lnTo>
                  <a:lnTo>
                    <a:pt x="25080" y="1512913"/>
                  </a:lnTo>
                  <a:lnTo>
                    <a:pt x="12253" y="1472524"/>
                  </a:lnTo>
                  <a:lnTo>
                    <a:pt x="3857" y="1429648"/>
                  </a:lnTo>
                  <a:lnTo>
                    <a:pt x="0" y="1384223"/>
                  </a:lnTo>
                  <a:lnTo>
                    <a:pt x="792" y="1336188"/>
                  </a:lnTo>
                  <a:lnTo>
                    <a:pt x="6343" y="1285481"/>
                  </a:lnTo>
                  <a:lnTo>
                    <a:pt x="16764" y="1232040"/>
                  </a:lnTo>
                  <a:lnTo>
                    <a:pt x="32163" y="1175804"/>
                  </a:lnTo>
                  <a:lnTo>
                    <a:pt x="51367" y="1123966"/>
                  </a:lnTo>
                  <a:lnTo>
                    <a:pt x="70470" y="1071376"/>
                  </a:lnTo>
                  <a:lnTo>
                    <a:pt x="89495" y="1018208"/>
                  </a:lnTo>
                  <a:lnTo>
                    <a:pt x="108465" y="964636"/>
                  </a:lnTo>
                  <a:lnTo>
                    <a:pt x="146335" y="856977"/>
                  </a:lnTo>
                  <a:lnTo>
                    <a:pt x="184269" y="749790"/>
                  </a:lnTo>
                  <a:lnTo>
                    <a:pt x="203319" y="696809"/>
                  </a:lnTo>
                  <a:lnTo>
                    <a:pt x="222455" y="644468"/>
                  </a:lnTo>
                  <a:lnTo>
                    <a:pt x="241702" y="592941"/>
                  </a:lnTo>
                  <a:lnTo>
                    <a:pt x="261082" y="542402"/>
                  </a:lnTo>
                  <a:lnTo>
                    <a:pt x="280620" y="493025"/>
                  </a:lnTo>
                  <a:lnTo>
                    <a:pt x="300339" y="444984"/>
                  </a:lnTo>
                  <a:lnTo>
                    <a:pt x="320262" y="398453"/>
                  </a:lnTo>
                  <a:lnTo>
                    <a:pt x="340412" y="353606"/>
                  </a:lnTo>
                  <a:lnTo>
                    <a:pt x="360815" y="310617"/>
                  </a:lnTo>
                  <a:lnTo>
                    <a:pt x="381492" y="269660"/>
                  </a:lnTo>
                  <a:lnTo>
                    <a:pt x="402468" y="230909"/>
                  </a:lnTo>
                  <a:lnTo>
                    <a:pt x="423766" y="194538"/>
                  </a:lnTo>
                  <a:lnTo>
                    <a:pt x="445410" y="160721"/>
                  </a:lnTo>
                  <a:lnTo>
                    <a:pt x="489829" y="101444"/>
                  </a:lnTo>
                  <a:lnTo>
                    <a:pt x="535913" y="54471"/>
                  </a:lnTo>
                  <a:lnTo>
                    <a:pt x="583850" y="21193"/>
                  </a:lnTo>
                  <a:lnTo>
                    <a:pt x="633830" y="3002"/>
                  </a:lnTo>
                  <a:lnTo>
                    <a:pt x="659645" y="0"/>
                  </a:lnTo>
                  <a:lnTo>
                    <a:pt x="686041" y="1291"/>
                  </a:lnTo>
                  <a:lnTo>
                    <a:pt x="740670" y="17450"/>
                  </a:lnTo>
                  <a:lnTo>
                    <a:pt x="781146" y="45681"/>
                  </a:lnTo>
                  <a:lnTo>
                    <a:pt x="816362" y="77001"/>
                  </a:lnTo>
                  <a:lnTo>
                    <a:pt x="846555" y="111269"/>
                  </a:lnTo>
                  <a:lnTo>
                    <a:pt x="871967" y="148345"/>
                  </a:lnTo>
                  <a:lnTo>
                    <a:pt x="892837" y="188087"/>
                  </a:lnTo>
                  <a:lnTo>
                    <a:pt x="909404" y="230357"/>
                  </a:lnTo>
                  <a:lnTo>
                    <a:pt x="921907" y="275011"/>
                  </a:lnTo>
                  <a:lnTo>
                    <a:pt x="930587" y="321911"/>
                  </a:lnTo>
                  <a:lnTo>
                    <a:pt x="935682" y="370916"/>
                  </a:lnTo>
                  <a:lnTo>
                    <a:pt x="937432" y="421884"/>
                  </a:lnTo>
                  <a:lnTo>
                    <a:pt x="936077" y="474675"/>
                  </a:lnTo>
                  <a:lnTo>
                    <a:pt x="931856" y="529148"/>
                  </a:lnTo>
                  <a:lnTo>
                    <a:pt x="718176" y="1206734"/>
                  </a:lnTo>
                  <a:lnTo>
                    <a:pt x="1572889" y="1605968"/>
                  </a:lnTo>
                  <a:lnTo>
                    <a:pt x="1308604" y="2210044"/>
                  </a:lnTo>
                  <a:close/>
                </a:path>
              </a:pathLst>
            </a:custGeom>
            <a:solidFill>
              <a:srgbClr val="29B474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1455663" y="3748117"/>
              <a:ext cx="1328420" cy="1019810"/>
            </a:xfrm>
            <a:custGeom>
              <a:avLst/>
              <a:gdLst/>
              <a:ahLst/>
              <a:cxnLst/>
              <a:rect l="l" t="t" r="r" b="b"/>
              <a:pathLst>
                <a:path w="1328420" h="1019810">
                  <a:moveTo>
                    <a:pt x="50619" y="1019327"/>
                  </a:moveTo>
                  <a:lnTo>
                    <a:pt x="31069" y="1016146"/>
                  </a:lnTo>
                  <a:lnTo>
                    <a:pt x="14962" y="1005901"/>
                  </a:lnTo>
                  <a:lnTo>
                    <a:pt x="4029" y="990252"/>
                  </a:lnTo>
                  <a:lnTo>
                    <a:pt x="0" y="970856"/>
                  </a:lnTo>
                  <a:lnTo>
                    <a:pt x="0" y="961819"/>
                  </a:lnTo>
                  <a:lnTo>
                    <a:pt x="28678" y="917533"/>
                  </a:lnTo>
                  <a:lnTo>
                    <a:pt x="936208" y="887577"/>
                  </a:lnTo>
                  <a:lnTo>
                    <a:pt x="951127" y="884772"/>
                  </a:lnTo>
                  <a:lnTo>
                    <a:pt x="964169" y="877701"/>
                  </a:lnTo>
                  <a:lnTo>
                    <a:pt x="974469" y="867021"/>
                  </a:lnTo>
                  <a:lnTo>
                    <a:pt x="981158" y="853394"/>
                  </a:lnTo>
                  <a:lnTo>
                    <a:pt x="1234020" y="34206"/>
                  </a:lnTo>
                  <a:lnTo>
                    <a:pt x="1240919" y="20281"/>
                  </a:lnTo>
                  <a:lnTo>
                    <a:pt x="1251570" y="9476"/>
                  </a:lnTo>
                  <a:lnTo>
                    <a:pt x="1265035" y="2484"/>
                  </a:lnTo>
                  <a:lnTo>
                    <a:pt x="1280373" y="0"/>
                  </a:lnTo>
                  <a:lnTo>
                    <a:pt x="1302692" y="5399"/>
                  </a:lnTo>
                  <a:lnTo>
                    <a:pt x="1319340" y="19614"/>
                  </a:lnTo>
                  <a:lnTo>
                    <a:pt x="1328109" y="39672"/>
                  </a:lnTo>
                  <a:lnTo>
                    <a:pt x="1326794" y="62598"/>
                  </a:lnTo>
                  <a:lnTo>
                    <a:pt x="1059621" y="942929"/>
                  </a:lnTo>
                  <a:lnTo>
                    <a:pt x="1030070" y="974322"/>
                  </a:lnTo>
                  <a:lnTo>
                    <a:pt x="1015311" y="977303"/>
                  </a:lnTo>
                  <a:lnTo>
                    <a:pt x="50619" y="1019327"/>
                  </a:lnTo>
                  <a:close/>
                </a:path>
              </a:pathLst>
            </a:custGeom>
            <a:solidFill>
              <a:srgbClr val="0D2129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1377254" y="2049947"/>
              <a:ext cx="319405" cy="428625"/>
            </a:xfrm>
            <a:custGeom>
              <a:avLst/>
              <a:gdLst/>
              <a:ahLst/>
              <a:cxnLst/>
              <a:rect l="l" t="t" r="r" b="b"/>
              <a:pathLst>
                <a:path w="319404" h="428625">
                  <a:moveTo>
                    <a:pt x="86220" y="428289"/>
                  </a:moveTo>
                  <a:lnTo>
                    <a:pt x="16870" y="322386"/>
                  </a:lnTo>
                  <a:lnTo>
                    <a:pt x="0" y="59977"/>
                  </a:lnTo>
                  <a:lnTo>
                    <a:pt x="109651" y="0"/>
                  </a:lnTo>
                  <a:lnTo>
                    <a:pt x="172440" y="45918"/>
                  </a:lnTo>
                  <a:lnTo>
                    <a:pt x="211805" y="95592"/>
                  </a:lnTo>
                  <a:lnTo>
                    <a:pt x="236166" y="179938"/>
                  </a:lnTo>
                  <a:lnTo>
                    <a:pt x="289613" y="183542"/>
                  </a:lnTo>
                  <a:lnTo>
                    <a:pt x="302589" y="187236"/>
                  </a:lnTo>
                  <a:lnTo>
                    <a:pt x="312585" y="195526"/>
                  </a:lnTo>
                  <a:lnTo>
                    <a:pt x="318532" y="207075"/>
                  </a:lnTo>
                  <a:lnTo>
                    <a:pt x="319361" y="220545"/>
                  </a:lnTo>
                  <a:lnTo>
                    <a:pt x="314268" y="241868"/>
                  </a:lnTo>
                  <a:lnTo>
                    <a:pt x="305770" y="262282"/>
                  </a:lnTo>
                  <a:lnTo>
                    <a:pt x="294281" y="281899"/>
                  </a:lnTo>
                  <a:lnTo>
                    <a:pt x="280217" y="300829"/>
                  </a:lnTo>
                  <a:lnTo>
                    <a:pt x="86220" y="428289"/>
                  </a:lnTo>
                  <a:close/>
                </a:path>
              </a:pathLst>
            </a:custGeom>
            <a:solidFill>
              <a:srgbClr val="EBAA70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0943431" y="1775537"/>
              <a:ext cx="852169" cy="900430"/>
            </a:xfrm>
            <a:custGeom>
              <a:avLst/>
              <a:gdLst/>
              <a:ahLst/>
              <a:cxnLst/>
              <a:rect l="l" t="t" r="r" b="b"/>
              <a:pathLst>
                <a:path w="852170" h="900430">
                  <a:moveTo>
                    <a:pt x="641608" y="900355"/>
                  </a:moveTo>
                  <a:lnTo>
                    <a:pt x="586324" y="900272"/>
                  </a:lnTo>
                  <a:lnTo>
                    <a:pt x="525796" y="893183"/>
                  </a:lnTo>
                  <a:lnTo>
                    <a:pt x="488709" y="871017"/>
                  </a:lnTo>
                  <a:lnTo>
                    <a:pt x="464346" y="835333"/>
                  </a:lnTo>
                  <a:lnTo>
                    <a:pt x="446798" y="797482"/>
                  </a:lnTo>
                  <a:lnTo>
                    <a:pt x="436484" y="752856"/>
                  </a:lnTo>
                  <a:lnTo>
                    <a:pt x="433822" y="696847"/>
                  </a:lnTo>
                  <a:lnTo>
                    <a:pt x="399760" y="735625"/>
                  </a:lnTo>
                  <a:lnTo>
                    <a:pt x="361296" y="762652"/>
                  </a:lnTo>
                  <a:lnTo>
                    <a:pt x="318399" y="782088"/>
                  </a:lnTo>
                  <a:lnTo>
                    <a:pt x="271036" y="798093"/>
                  </a:lnTo>
                  <a:lnTo>
                    <a:pt x="250875" y="800353"/>
                  </a:lnTo>
                  <a:lnTo>
                    <a:pt x="240892" y="798535"/>
                  </a:lnTo>
                  <a:lnTo>
                    <a:pt x="192753" y="772329"/>
                  </a:lnTo>
                  <a:lnTo>
                    <a:pt x="156873" y="746175"/>
                  </a:lnTo>
                  <a:lnTo>
                    <a:pt x="123821" y="716202"/>
                  </a:lnTo>
                  <a:lnTo>
                    <a:pt x="93680" y="682300"/>
                  </a:lnTo>
                  <a:lnTo>
                    <a:pt x="66528" y="644362"/>
                  </a:lnTo>
                  <a:lnTo>
                    <a:pt x="42447" y="602280"/>
                  </a:lnTo>
                  <a:lnTo>
                    <a:pt x="21517" y="555945"/>
                  </a:lnTo>
                  <a:lnTo>
                    <a:pt x="3818" y="505249"/>
                  </a:lnTo>
                  <a:lnTo>
                    <a:pt x="0" y="478083"/>
                  </a:lnTo>
                  <a:lnTo>
                    <a:pt x="1280" y="464422"/>
                  </a:lnTo>
                  <a:lnTo>
                    <a:pt x="24751" y="401001"/>
                  </a:lnTo>
                  <a:lnTo>
                    <a:pt x="49107" y="355307"/>
                  </a:lnTo>
                  <a:lnTo>
                    <a:pt x="77890" y="314110"/>
                  </a:lnTo>
                  <a:lnTo>
                    <a:pt x="111216" y="277527"/>
                  </a:lnTo>
                  <a:lnTo>
                    <a:pt x="149204" y="245681"/>
                  </a:lnTo>
                  <a:lnTo>
                    <a:pt x="191970" y="218690"/>
                  </a:lnTo>
                  <a:lnTo>
                    <a:pt x="239634" y="196674"/>
                  </a:lnTo>
                  <a:lnTo>
                    <a:pt x="292311" y="179753"/>
                  </a:lnTo>
                  <a:lnTo>
                    <a:pt x="283876" y="128341"/>
                  </a:lnTo>
                  <a:lnTo>
                    <a:pt x="286301" y="84021"/>
                  </a:lnTo>
                  <a:lnTo>
                    <a:pt x="301174" y="47830"/>
                  </a:lnTo>
                  <a:lnTo>
                    <a:pt x="330080" y="20805"/>
                  </a:lnTo>
                  <a:lnTo>
                    <a:pt x="374607" y="3983"/>
                  </a:lnTo>
                  <a:lnTo>
                    <a:pt x="415544" y="0"/>
                  </a:lnTo>
                  <a:lnTo>
                    <a:pt x="435969" y="1876"/>
                  </a:lnTo>
                  <a:lnTo>
                    <a:pt x="455966" y="6635"/>
                  </a:lnTo>
                  <a:lnTo>
                    <a:pt x="495579" y="28535"/>
                  </a:lnTo>
                  <a:lnTo>
                    <a:pt x="518357" y="62770"/>
                  </a:lnTo>
                  <a:lnTo>
                    <a:pt x="525489" y="108468"/>
                  </a:lnTo>
                  <a:lnTo>
                    <a:pt x="518168" y="164757"/>
                  </a:lnTo>
                  <a:lnTo>
                    <a:pt x="554192" y="119924"/>
                  </a:lnTo>
                  <a:lnTo>
                    <a:pt x="591041" y="88173"/>
                  </a:lnTo>
                  <a:lnTo>
                    <a:pt x="628772" y="70375"/>
                  </a:lnTo>
                  <a:lnTo>
                    <a:pt x="667439" y="67403"/>
                  </a:lnTo>
                  <a:lnTo>
                    <a:pt x="707098" y="80130"/>
                  </a:lnTo>
                  <a:lnTo>
                    <a:pt x="736575" y="100830"/>
                  </a:lnTo>
                  <a:lnTo>
                    <a:pt x="759554" y="128041"/>
                  </a:lnTo>
                  <a:lnTo>
                    <a:pt x="775488" y="160129"/>
                  </a:lnTo>
                  <a:lnTo>
                    <a:pt x="783824" y="195458"/>
                  </a:lnTo>
                  <a:lnTo>
                    <a:pt x="782348" y="246040"/>
                  </a:lnTo>
                  <a:lnTo>
                    <a:pt x="765906" y="287657"/>
                  </a:lnTo>
                  <a:lnTo>
                    <a:pt x="736383" y="321437"/>
                  </a:lnTo>
                  <a:lnTo>
                    <a:pt x="695663" y="348509"/>
                  </a:lnTo>
                  <a:lnTo>
                    <a:pt x="645628" y="370002"/>
                  </a:lnTo>
                  <a:lnTo>
                    <a:pt x="528478" y="354068"/>
                  </a:lnTo>
                  <a:lnTo>
                    <a:pt x="464752" y="451536"/>
                  </a:lnTo>
                  <a:lnTo>
                    <a:pt x="513482" y="653969"/>
                  </a:lnTo>
                  <a:lnTo>
                    <a:pt x="714040" y="575247"/>
                  </a:lnTo>
                  <a:lnTo>
                    <a:pt x="750311" y="603481"/>
                  </a:lnTo>
                  <a:lnTo>
                    <a:pt x="783158" y="634516"/>
                  </a:lnTo>
                  <a:lnTo>
                    <a:pt x="812629" y="668313"/>
                  </a:lnTo>
                  <a:lnTo>
                    <a:pt x="838772" y="704832"/>
                  </a:lnTo>
                  <a:lnTo>
                    <a:pt x="851648" y="749493"/>
                  </a:lnTo>
                  <a:lnTo>
                    <a:pt x="848144" y="772557"/>
                  </a:lnTo>
                  <a:lnTo>
                    <a:pt x="809583" y="829707"/>
                  </a:lnTo>
                  <a:lnTo>
                    <a:pt x="775635" y="858111"/>
                  </a:lnTo>
                  <a:lnTo>
                    <a:pt x="736299" y="879322"/>
                  </a:lnTo>
                  <a:lnTo>
                    <a:pt x="691612" y="893388"/>
                  </a:lnTo>
                  <a:lnTo>
                    <a:pt x="641608" y="900355"/>
                  </a:lnTo>
                  <a:close/>
                </a:path>
              </a:pathLst>
            </a:custGeom>
            <a:solidFill>
              <a:srgbClr val="0D2129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221714" y="2253716"/>
              <a:ext cx="155531" cy="196288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11538969" y="2227241"/>
              <a:ext cx="35560" cy="52705"/>
            </a:xfrm>
            <a:custGeom>
              <a:avLst/>
              <a:gdLst/>
              <a:ahLst/>
              <a:cxnLst/>
              <a:rect l="l" t="t" r="r" b="b"/>
              <a:pathLst>
                <a:path w="35559" h="52705">
                  <a:moveTo>
                    <a:pt x="21407" y="52696"/>
                  </a:moveTo>
                  <a:lnTo>
                    <a:pt x="0" y="11911"/>
                  </a:lnTo>
                  <a:lnTo>
                    <a:pt x="2436" y="4476"/>
                  </a:lnTo>
                  <a:lnTo>
                    <a:pt x="7314" y="181"/>
                  </a:lnTo>
                  <a:lnTo>
                    <a:pt x="13810" y="0"/>
                  </a:lnTo>
                  <a:lnTo>
                    <a:pt x="20659" y="3782"/>
                  </a:lnTo>
                  <a:lnTo>
                    <a:pt x="27062" y="10870"/>
                  </a:lnTo>
                  <a:lnTo>
                    <a:pt x="32216" y="20602"/>
                  </a:lnTo>
                  <a:lnTo>
                    <a:pt x="35075" y="31237"/>
                  </a:lnTo>
                  <a:lnTo>
                    <a:pt x="35217" y="40785"/>
                  </a:lnTo>
                  <a:lnTo>
                    <a:pt x="32781" y="48220"/>
                  </a:lnTo>
                  <a:lnTo>
                    <a:pt x="27903" y="52515"/>
                  </a:lnTo>
                  <a:lnTo>
                    <a:pt x="21407" y="52696"/>
                  </a:lnTo>
                  <a:close/>
                </a:path>
              </a:pathLst>
            </a:custGeom>
            <a:solidFill>
              <a:srgbClr val="0D2129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 descr="$PPTXTitle"/>
          <p:cNvSpPr txBox="1">
            <a:spLocks noGrp="1"/>
          </p:cNvSpPr>
          <p:nvPr>
            <p:ph type="title"/>
          </p:nvPr>
        </p:nvSpPr>
        <p:spPr>
          <a:xfrm>
            <a:off x="1152475" y="4149840"/>
            <a:ext cx="6708652" cy="18761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176145" marR="5080" indent="-2164080">
              <a:lnSpc>
                <a:spcPct val="100200"/>
              </a:lnSpc>
              <a:spcBef>
                <a:spcPts val="110"/>
              </a:spcBef>
            </a:pPr>
            <a:r>
              <a:rPr sz="6050" spc="-55" dirty="0">
                <a:latin typeface="Times New Roman"/>
                <a:cs typeface="Times New Roman"/>
              </a:rPr>
              <a:t>Trend</a:t>
            </a:r>
            <a:r>
              <a:rPr sz="6050" spc="-325" dirty="0">
                <a:latin typeface="Times New Roman"/>
                <a:cs typeface="Times New Roman"/>
              </a:rPr>
              <a:t> </a:t>
            </a:r>
            <a:r>
              <a:rPr sz="6050" dirty="0">
                <a:latin typeface="Times New Roman"/>
                <a:cs typeface="Times New Roman"/>
              </a:rPr>
              <a:t>Analyis</a:t>
            </a:r>
            <a:r>
              <a:rPr sz="6050" spc="15" dirty="0">
                <a:latin typeface="Times New Roman"/>
                <a:cs typeface="Times New Roman"/>
              </a:rPr>
              <a:t> </a:t>
            </a:r>
            <a:r>
              <a:rPr sz="6050" spc="-20" dirty="0">
                <a:latin typeface="Times New Roman"/>
                <a:cs typeface="Times New Roman"/>
              </a:rPr>
              <a:t>over </a:t>
            </a:r>
            <a:r>
              <a:rPr lang="en-IN" sz="6050" spc="-20" dirty="0">
                <a:latin typeface="Times New Roman"/>
                <a:cs typeface="Times New Roman"/>
              </a:rPr>
              <a:t> Specifications</a:t>
            </a:r>
            <a:endParaRPr sz="60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5">
            <a:extLst>
              <a:ext uri="{FF2B5EF4-FFF2-40B4-BE49-F238E27FC236}">
                <a16:creationId xmlns:a16="http://schemas.microsoft.com/office/drawing/2014/main" id="{FEBE0DD4-98D8-A89E-A5D6-4184E94E523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1" y="4270624"/>
            <a:ext cx="4496434" cy="4612773"/>
          </a:xfrm>
          <a:prstGeom prst="rect">
            <a:avLst/>
          </a:prstGeom>
        </p:spPr>
      </p:pic>
      <p:pic>
        <p:nvPicPr>
          <p:cNvPr id="20" name="object 6">
            <a:extLst>
              <a:ext uri="{FF2B5EF4-FFF2-40B4-BE49-F238E27FC236}">
                <a16:creationId xmlns:a16="http://schemas.microsoft.com/office/drawing/2014/main" id="{325935B6-740F-4821-CF6F-3D85CB6E0C9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57452" y="4270625"/>
            <a:ext cx="4800600" cy="4612774"/>
          </a:xfrm>
          <a:prstGeom prst="rect">
            <a:avLst/>
          </a:prstGeom>
        </p:spPr>
      </p:pic>
      <p:sp>
        <p:nvSpPr>
          <p:cNvPr id="24" name="object 8" descr="$PPTXTitle">
            <a:extLst>
              <a:ext uri="{FF2B5EF4-FFF2-40B4-BE49-F238E27FC236}">
                <a16:creationId xmlns:a16="http://schemas.microsoft.com/office/drawing/2014/main" id="{5BBA34A8-C61C-612C-A78F-541689B8A014}"/>
              </a:ext>
            </a:extLst>
          </p:cNvPr>
          <p:cNvSpPr txBox="1">
            <a:spLocks/>
          </p:cNvSpPr>
          <p:nvPr/>
        </p:nvSpPr>
        <p:spPr>
          <a:xfrm>
            <a:off x="6172200" y="419100"/>
            <a:ext cx="4473929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z="4000" u="sng" spc="-265" dirty="0">
                <a:uFill>
                  <a:solidFill>
                    <a:srgbClr val="000000"/>
                  </a:solidFill>
                </a:uFill>
                <a:latin typeface="Berlin Sans FB Demi" panose="020E0802020502020306" pitchFamily="34" charset="0"/>
                <a:cs typeface="Arial Black"/>
              </a:rPr>
              <a:t>Hardware</a:t>
            </a:r>
            <a:r>
              <a:rPr lang="en-IN" sz="4000" u="sng" spc="-305" dirty="0">
                <a:uFill>
                  <a:solidFill>
                    <a:srgbClr val="000000"/>
                  </a:solidFill>
                </a:uFill>
                <a:latin typeface="Berlin Sans FB Demi" panose="020E0802020502020306" pitchFamily="34" charset="0"/>
                <a:cs typeface="Arial Black"/>
              </a:rPr>
              <a:t> </a:t>
            </a:r>
            <a:r>
              <a:rPr lang="en-IN" sz="4000" u="sng" spc="-220" dirty="0">
                <a:uFill>
                  <a:solidFill>
                    <a:srgbClr val="000000"/>
                  </a:solidFill>
                </a:uFill>
                <a:latin typeface="Berlin Sans FB Demi" panose="020E0802020502020306" pitchFamily="34" charset="0"/>
                <a:cs typeface="Arial Black"/>
              </a:rPr>
              <a:t>Analysis</a:t>
            </a:r>
            <a:endParaRPr lang="en-IN" sz="4000" u="sng" dirty="0">
              <a:latin typeface="Berlin Sans FB Demi" panose="020E0802020502020306" pitchFamily="34" charset="0"/>
              <a:cs typeface="Arial Black"/>
            </a:endParaRPr>
          </a:p>
        </p:txBody>
      </p:sp>
      <p:pic>
        <p:nvPicPr>
          <p:cNvPr id="26" name="object 9">
            <a:extLst>
              <a:ext uri="{FF2B5EF4-FFF2-40B4-BE49-F238E27FC236}">
                <a16:creationId xmlns:a16="http://schemas.microsoft.com/office/drawing/2014/main" id="{5E388422-F0AB-1750-669F-97710505665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734800" y="4571999"/>
            <a:ext cx="5562600" cy="3889525"/>
          </a:xfrm>
          <a:prstGeom prst="rect">
            <a:avLst/>
          </a:prstGeom>
        </p:spPr>
      </p:pic>
      <p:sp>
        <p:nvSpPr>
          <p:cNvPr id="28" name="object 10">
            <a:extLst>
              <a:ext uri="{FF2B5EF4-FFF2-40B4-BE49-F238E27FC236}">
                <a16:creationId xmlns:a16="http://schemas.microsoft.com/office/drawing/2014/main" id="{AA19FF41-635C-F522-A777-B96DDBEBFCC5}"/>
              </a:ext>
            </a:extLst>
          </p:cNvPr>
          <p:cNvSpPr txBox="1"/>
          <p:nvPr/>
        </p:nvSpPr>
        <p:spPr>
          <a:xfrm>
            <a:off x="1370965" y="1759961"/>
            <a:ext cx="4116070" cy="170412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 algn="l">
              <a:lnSpc>
                <a:spcPct val="116100"/>
              </a:lnSpc>
              <a:spcBef>
                <a:spcPts val="95"/>
              </a:spcBef>
              <a:buFont typeface="Wingdings" panose="05000000000000000000" pitchFamily="2" charset="2"/>
              <a:buChar char="ü"/>
            </a:pPr>
            <a:r>
              <a:rPr sz="2400" dirty="0">
                <a:latin typeface="Aptos" panose="020B0004020202020204" pitchFamily="34" charset="0"/>
                <a:cs typeface="Calibri"/>
              </a:rPr>
              <a:t>Most</a:t>
            </a:r>
            <a:r>
              <a:rPr sz="2400" spc="-60" dirty="0">
                <a:latin typeface="Aptos" panose="020B0004020202020204" pitchFamily="34" charset="0"/>
                <a:cs typeface="Calibri"/>
              </a:rPr>
              <a:t> </a:t>
            </a:r>
            <a:r>
              <a:rPr sz="2400" dirty="0">
                <a:latin typeface="Aptos" panose="020B0004020202020204" pitchFamily="34" charset="0"/>
                <a:cs typeface="Calibri"/>
              </a:rPr>
              <a:t>laptops</a:t>
            </a:r>
            <a:r>
              <a:rPr sz="2400" spc="-55" dirty="0">
                <a:latin typeface="Aptos" panose="020B0004020202020204" pitchFamily="34" charset="0"/>
                <a:cs typeface="Calibri"/>
              </a:rPr>
              <a:t> </a:t>
            </a:r>
            <a:r>
              <a:rPr sz="2400" dirty="0">
                <a:latin typeface="Aptos" panose="020B0004020202020204" pitchFamily="34" charset="0"/>
                <a:cs typeface="Calibri"/>
              </a:rPr>
              <a:t>are</a:t>
            </a:r>
            <a:r>
              <a:rPr sz="2400" spc="-55" dirty="0">
                <a:latin typeface="Aptos" panose="020B0004020202020204" pitchFamily="34" charset="0"/>
                <a:cs typeface="Calibri"/>
              </a:rPr>
              <a:t> </a:t>
            </a:r>
            <a:r>
              <a:rPr sz="2400" dirty="0">
                <a:latin typeface="Aptos" panose="020B0004020202020204" pitchFamily="34" charset="0"/>
                <a:cs typeface="Calibri"/>
              </a:rPr>
              <a:t>equipped</a:t>
            </a:r>
            <a:r>
              <a:rPr sz="2400" spc="370" dirty="0">
                <a:latin typeface="Aptos" panose="020B0004020202020204" pitchFamily="34" charset="0"/>
                <a:cs typeface="Calibri"/>
              </a:rPr>
              <a:t> </a:t>
            </a:r>
            <a:r>
              <a:rPr sz="2400" dirty="0">
                <a:latin typeface="Aptos" panose="020B0004020202020204" pitchFamily="34" charset="0"/>
                <a:cs typeface="Calibri"/>
              </a:rPr>
              <a:t>with</a:t>
            </a:r>
            <a:r>
              <a:rPr sz="2400" spc="-55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-25" dirty="0">
                <a:latin typeface="Aptos" panose="020B0004020202020204" pitchFamily="34" charset="0"/>
                <a:cs typeface="Calibri"/>
              </a:rPr>
              <a:t>16 </a:t>
            </a:r>
            <a:r>
              <a:rPr sz="2400" dirty="0">
                <a:latin typeface="Aptos" panose="020B0004020202020204" pitchFamily="34" charset="0"/>
                <a:cs typeface="Calibri"/>
              </a:rPr>
              <a:t>GB</a:t>
            </a:r>
            <a:r>
              <a:rPr sz="2400" spc="-40" dirty="0">
                <a:latin typeface="Aptos" panose="020B0004020202020204" pitchFamily="34" charset="0"/>
                <a:cs typeface="Calibri"/>
              </a:rPr>
              <a:t> </a:t>
            </a:r>
            <a:r>
              <a:rPr sz="2400" dirty="0">
                <a:latin typeface="Aptos" panose="020B0004020202020204" pitchFamily="34" charset="0"/>
                <a:cs typeface="Calibri"/>
              </a:rPr>
              <a:t>RAM,</a:t>
            </a:r>
            <a:r>
              <a:rPr sz="2400" spc="-30" dirty="0">
                <a:latin typeface="Aptos" panose="020B0004020202020204" pitchFamily="34" charset="0"/>
                <a:cs typeface="Calibri"/>
              </a:rPr>
              <a:t> </a:t>
            </a:r>
            <a:r>
              <a:rPr sz="2400" dirty="0">
                <a:latin typeface="Aptos" panose="020B0004020202020204" pitchFamily="34" charset="0"/>
                <a:cs typeface="Calibri"/>
              </a:rPr>
              <a:t>Making</a:t>
            </a:r>
            <a:r>
              <a:rPr sz="2400" spc="-35" dirty="0">
                <a:latin typeface="Aptos" panose="020B0004020202020204" pitchFamily="34" charset="0"/>
                <a:cs typeface="Calibri"/>
              </a:rPr>
              <a:t> </a:t>
            </a:r>
            <a:r>
              <a:rPr sz="2400" dirty="0">
                <a:latin typeface="Aptos" panose="020B0004020202020204" pitchFamily="34" charset="0"/>
                <a:cs typeface="Calibri"/>
              </a:rPr>
              <a:t>it</a:t>
            </a:r>
            <a:r>
              <a:rPr sz="2400" spc="-35" dirty="0">
                <a:latin typeface="Aptos" panose="020B0004020202020204" pitchFamily="34" charset="0"/>
                <a:cs typeface="Calibri"/>
              </a:rPr>
              <a:t> </a:t>
            </a:r>
            <a:r>
              <a:rPr sz="2400" dirty="0">
                <a:latin typeface="Aptos" panose="020B0004020202020204" pitchFamily="34" charset="0"/>
                <a:cs typeface="Calibri"/>
              </a:rPr>
              <a:t>the</a:t>
            </a:r>
            <a:r>
              <a:rPr sz="2400" spc="-35" dirty="0">
                <a:latin typeface="Aptos" panose="020B0004020202020204" pitchFamily="34" charset="0"/>
                <a:cs typeface="Calibri"/>
              </a:rPr>
              <a:t> </a:t>
            </a:r>
            <a:r>
              <a:rPr sz="2400" dirty="0">
                <a:latin typeface="Aptos" panose="020B0004020202020204" pitchFamily="34" charset="0"/>
                <a:cs typeface="Calibri"/>
              </a:rPr>
              <a:t>most</a:t>
            </a:r>
            <a:r>
              <a:rPr sz="2400" spc="-40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-10" dirty="0">
                <a:latin typeface="Aptos" panose="020B0004020202020204" pitchFamily="34" charset="0"/>
                <a:cs typeface="Calibri"/>
              </a:rPr>
              <a:t>common configuration.</a:t>
            </a:r>
            <a:endParaRPr sz="2400" dirty="0">
              <a:latin typeface="Aptos" panose="020B0004020202020204" pitchFamily="34" charset="0"/>
              <a:cs typeface="Calibri"/>
            </a:endParaRPr>
          </a:p>
        </p:txBody>
      </p:sp>
      <p:sp>
        <p:nvSpPr>
          <p:cNvPr id="32" name="object 12">
            <a:extLst>
              <a:ext uri="{FF2B5EF4-FFF2-40B4-BE49-F238E27FC236}">
                <a16:creationId xmlns:a16="http://schemas.microsoft.com/office/drawing/2014/main" id="{86EEA2FD-33AD-D372-F90D-DB5002974CAD}"/>
              </a:ext>
            </a:extLst>
          </p:cNvPr>
          <p:cNvSpPr txBox="1"/>
          <p:nvPr/>
        </p:nvSpPr>
        <p:spPr>
          <a:xfrm>
            <a:off x="7086599" y="1763937"/>
            <a:ext cx="3559529" cy="1700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16300"/>
              </a:lnSpc>
              <a:spcBef>
                <a:spcPts val="95"/>
              </a:spcBef>
              <a:buFont typeface="Wingdings" panose="05000000000000000000" pitchFamily="2" charset="2"/>
              <a:buChar char="ü"/>
            </a:pPr>
            <a:r>
              <a:rPr lang="en-IN" sz="2400" dirty="0">
                <a:latin typeface="Aptos" panose="020B0004020202020204" pitchFamily="34" charset="0"/>
                <a:cs typeface="Calibri"/>
              </a:rPr>
              <a:t>512 SSD is most </a:t>
            </a:r>
            <a:r>
              <a:rPr sz="2400" dirty="0">
                <a:latin typeface="Aptos" panose="020B0004020202020204" pitchFamily="34" charset="0"/>
                <a:cs typeface="Calibri"/>
              </a:rPr>
              <a:t>preferred</a:t>
            </a:r>
            <a:r>
              <a:rPr sz="2400" spc="-90" dirty="0">
                <a:latin typeface="Aptos" panose="020B0004020202020204" pitchFamily="34" charset="0"/>
                <a:cs typeface="Calibri"/>
              </a:rPr>
              <a:t> </a:t>
            </a:r>
            <a:r>
              <a:rPr sz="2400" dirty="0">
                <a:latin typeface="Aptos" panose="020B0004020202020204" pitchFamily="34" charset="0"/>
                <a:cs typeface="Calibri"/>
              </a:rPr>
              <a:t>storage</a:t>
            </a:r>
            <a:r>
              <a:rPr sz="2400" spc="-90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-10" dirty="0">
                <a:latin typeface="Aptos" panose="020B0004020202020204" pitchFamily="34" charset="0"/>
                <a:cs typeface="Calibri"/>
              </a:rPr>
              <a:t>capacity </a:t>
            </a:r>
            <a:r>
              <a:rPr sz="2400" dirty="0">
                <a:latin typeface="Aptos" panose="020B0004020202020204" pitchFamily="34" charset="0"/>
                <a:cs typeface="Calibri"/>
              </a:rPr>
              <a:t>among</a:t>
            </a:r>
            <a:r>
              <a:rPr sz="2400" spc="10" dirty="0">
                <a:latin typeface="Aptos" panose="020B0004020202020204" pitchFamily="34" charset="0"/>
                <a:cs typeface="Calibri"/>
              </a:rPr>
              <a:t> </a:t>
            </a:r>
            <a:r>
              <a:rPr sz="2400" dirty="0">
                <a:latin typeface="Aptos" panose="020B0004020202020204" pitchFamily="34" charset="0"/>
                <a:cs typeface="Calibri"/>
              </a:rPr>
              <a:t>the</a:t>
            </a:r>
            <a:r>
              <a:rPr sz="2400" spc="10" dirty="0">
                <a:latin typeface="Aptos" panose="020B0004020202020204" pitchFamily="34" charset="0"/>
                <a:cs typeface="Calibri"/>
              </a:rPr>
              <a:t> </a:t>
            </a:r>
            <a:r>
              <a:rPr sz="2400" dirty="0">
                <a:latin typeface="Aptos" panose="020B0004020202020204" pitchFamily="34" charset="0"/>
                <a:cs typeface="Calibri"/>
              </a:rPr>
              <a:t>laptops</a:t>
            </a:r>
            <a:r>
              <a:rPr sz="2400" spc="10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-10" dirty="0">
                <a:latin typeface="Aptos" panose="020B0004020202020204" pitchFamily="34" charset="0"/>
                <a:cs typeface="Calibri"/>
              </a:rPr>
              <a:t>analyzed.</a:t>
            </a:r>
            <a:endParaRPr sz="2400" dirty="0">
              <a:latin typeface="Aptos" panose="020B0004020202020204" pitchFamily="34" charset="0"/>
              <a:cs typeface="Calibri"/>
            </a:endParaRPr>
          </a:p>
        </p:txBody>
      </p:sp>
      <p:sp>
        <p:nvSpPr>
          <p:cNvPr id="34" name="object 13">
            <a:extLst>
              <a:ext uri="{FF2B5EF4-FFF2-40B4-BE49-F238E27FC236}">
                <a16:creationId xmlns:a16="http://schemas.microsoft.com/office/drawing/2014/main" id="{5509F2BF-360E-DB60-CEFB-3B045720B525}"/>
              </a:ext>
            </a:extLst>
          </p:cNvPr>
          <p:cNvSpPr txBox="1"/>
          <p:nvPr/>
        </p:nvSpPr>
        <p:spPr>
          <a:xfrm>
            <a:off x="12192000" y="1825476"/>
            <a:ext cx="4200524" cy="17311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4965" marR="5080" indent="-342900">
              <a:lnSpc>
                <a:spcPct val="117700"/>
              </a:lnSpc>
              <a:spcBef>
                <a:spcPts val="90"/>
              </a:spcBef>
              <a:buFont typeface="Wingdings" panose="05000000000000000000" pitchFamily="2" charset="2"/>
              <a:buChar char="ü"/>
            </a:pPr>
            <a:r>
              <a:rPr sz="2400" dirty="0">
                <a:latin typeface="Aptos" panose="020B0004020202020204" pitchFamily="34" charset="0"/>
                <a:cs typeface="Calibri"/>
              </a:rPr>
              <a:t>Intel</a:t>
            </a:r>
            <a:r>
              <a:rPr sz="2400" spc="-10" dirty="0">
                <a:latin typeface="Aptos" panose="020B0004020202020204" pitchFamily="34" charset="0"/>
                <a:cs typeface="Calibri"/>
              </a:rPr>
              <a:t> </a:t>
            </a:r>
            <a:r>
              <a:rPr sz="2400" dirty="0">
                <a:latin typeface="Aptos" panose="020B0004020202020204" pitchFamily="34" charset="0"/>
                <a:cs typeface="Calibri"/>
              </a:rPr>
              <a:t>Core i5 processor</a:t>
            </a:r>
            <a:r>
              <a:rPr sz="2400" spc="5" dirty="0">
                <a:latin typeface="Aptos" panose="020B0004020202020204" pitchFamily="34" charset="0"/>
                <a:cs typeface="Calibri"/>
              </a:rPr>
              <a:t> </a:t>
            </a:r>
            <a:r>
              <a:rPr sz="2400" dirty="0">
                <a:latin typeface="Aptos" panose="020B0004020202020204" pitchFamily="34" charset="0"/>
                <a:cs typeface="Calibri"/>
              </a:rPr>
              <a:t>dominate</a:t>
            </a:r>
            <a:r>
              <a:rPr sz="2400" spc="-5" dirty="0">
                <a:latin typeface="Aptos" panose="020B0004020202020204" pitchFamily="34" charset="0"/>
                <a:cs typeface="Calibri"/>
              </a:rPr>
              <a:t> </a:t>
            </a:r>
            <a:r>
              <a:rPr sz="2400" dirty="0">
                <a:latin typeface="Aptos" panose="020B0004020202020204" pitchFamily="34" charset="0"/>
                <a:cs typeface="Calibri"/>
              </a:rPr>
              <a:t>the</a:t>
            </a:r>
            <a:r>
              <a:rPr sz="2400" spc="5" dirty="0">
                <a:latin typeface="Aptos" panose="020B0004020202020204" pitchFamily="34" charset="0"/>
                <a:cs typeface="Calibri"/>
              </a:rPr>
              <a:t> </a:t>
            </a:r>
            <a:r>
              <a:rPr sz="2400" spc="-10" dirty="0">
                <a:latin typeface="Aptos" panose="020B0004020202020204" pitchFamily="34" charset="0"/>
                <a:cs typeface="Calibri"/>
              </a:rPr>
              <a:t>market, </a:t>
            </a:r>
            <a:r>
              <a:rPr sz="2400" dirty="0">
                <a:latin typeface="Aptos" panose="020B0004020202020204" pitchFamily="34" charset="0"/>
                <a:cs typeface="Calibri"/>
              </a:rPr>
              <a:t>followed</a:t>
            </a:r>
            <a:r>
              <a:rPr sz="2400" spc="-5" dirty="0">
                <a:latin typeface="Aptos" panose="020B0004020202020204" pitchFamily="34" charset="0"/>
                <a:cs typeface="Calibri"/>
              </a:rPr>
              <a:t> </a:t>
            </a:r>
            <a:r>
              <a:rPr sz="2400" dirty="0">
                <a:latin typeface="Aptos" panose="020B0004020202020204" pitchFamily="34" charset="0"/>
                <a:cs typeface="Calibri"/>
              </a:rPr>
              <a:t>by</a:t>
            </a:r>
            <a:r>
              <a:rPr sz="2400" spc="5" dirty="0">
                <a:latin typeface="Aptos" panose="020B0004020202020204" pitchFamily="34" charset="0"/>
                <a:cs typeface="Calibri"/>
              </a:rPr>
              <a:t> </a:t>
            </a:r>
            <a:r>
              <a:rPr sz="2400" dirty="0">
                <a:latin typeface="Aptos" panose="020B0004020202020204" pitchFamily="34" charset="0"/>
                <a:cs typeface="Calibri"/>
              </a:rPr>
              <a:t>Intel</a:t>
            </a:r>
            <a:r>
              <a:rPr sz="2400" spc="-5" dirty="0">
                <a:latin typeface="Aptos" panose="020B0004020202020204" pitchFamily="34" charset="0"/>
                <a:cs typeface="Calibri"/>
              </a:rPr>
              <a:t> </a:t>
            </a:r>
            <a:r>
              <a:rPr sz="2400" dirty="0">
                <a:latin typeface="Aptos" panose="020B0004020202020204" pitchFamily="34" charset="0"/>
                <a:cs typeface="Calibri"/>
              </a:rPr>
              <a:t>Core i3</a:t>
            </a:r>
            <a:r>
              <a:rPr sz="2400" spc="-5" dirty="0">
                <a:latin typeface="Aptos" panose="020B0004020202020204" pitchFamily="34" charset="0"/>
                <a:cs typeface="Calibri"/>
              </a:rPr>
              <a:t> </a:t>
            </a:r>
            <a:r>
              <a:rPr sz="2400" dirty="0">
                <a:latin typeface="Aptos" panose="020B0004020202020204" pitchFamily="34" charset="0"/>
                <a:cs typeface="Calibri"/>
              </a:rPr>
              <a:t>and</a:t>
            </a:r>
            <a:r>
              <a:rPr sz="2400" spc="5" dirty="0">
                <a:latin typeface="Aptos" panose="020B0004020202020204" pitchFamily="34" charset="0"/>
                <a:cs typeface="Calibri"/>
              </a:rPr>
              <a:t> </a:t>
            </a:r>
            <a:r>
              <a:rPr sz="2400" dirty="0">
                <a:latin typeface="Aptos" panose="020B0004020202020204" pitchFamily="34" charset="0"/>
                <a:cs typeface="Calibri"/>
              </a:rPr>
              <a:t>Intel</a:t>
            </a:r>
            <a:r>
              <a:rPr sz="2400" spc="-5" dirty="0">
                <a:latin typeface="Aptos" panose="020B0004020202020204" pitchFamily="34" charset="0"/>
                <a:cs typeface="Calibri"/>
              </a:rPr>
              <a:t> </a:t>
            </a:r>
            <a:r>
              <a:rPr sz="2400" dirty="0">
                <a:latin typeface="Aptos" panose="020B0004020202020204" pitchFamily="34" charset="0"/>
                <a:cs typeface="Calibri"/>
              </a:rPr>
              <a:t>Core </a:t>
            </a:r>
            <a:r>
              <a:rPr sz="2400" spc="-25" dirty="0">
                <a:latin typeface="Aptos" panose="020B0004020202020204" pitchFamily="34" charset="0"/>
                <a:cs typeface="Calibri"/>
              </a:rPr>
              <a:t>i7.</a:t>
            </a:r>
            <a:endParaRPr sz="2400" dirty="0">
              <a:latin typeface="Aptos" panose="020B0004020202020204" pitchFamily="34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10498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96032" y="2777641"/>
            <a:ext cx="8131968" cy="627549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1241" y="2952190"/>
            <a:ext cx="8703468" cy="5831775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ctrTitle"/>
          </p:nvPr>
        </p:nvSpPr>
        <p:spPr>
          <a:xfrm>
            <a:off x="990600" y="629745"/>
            <a:ext cx="16992600" cy="632385"/>
          </a:xfrm>
          <a:prstGeom prst="rect">
            <a:avLst/>
          </a:prstGeom>
        </p:spPr>
        <p:txBody>
          <a:bodyPr vert="horz" wrap="square" lIns="0" tIns="16669" rIns="0" bIns="0" rtlCol="0">
            <a:spAutoFit/>
          </a:bodyPr>
          <a:lstStyle/>
          <a:p>
            <a:pPr marL="15875">
              <a:spcBef>
                <a:spcPts val="131"/>
              </a:spcBef>
            </a:pPr>
            <a:r>
              <a:rPr sz="4000" dirty="0">
                <a:solidFill>
                  <a:srgbClr val="1F1D1D"/>
                </a:solidFill>
                <a:latin typeface="Berlin Sans FB Demi" panose="020E0802020502020306" pitchFamily="34" charset="0"/>
              </a:rPr>
              <a:t>Laptop</a:t>
            </a:r>
            <a:r>
              <a:rPr sz="4000" spc="-81" dirty="0">
                <a:solidFill>
                  <a:srgbClr val="1F1D1D"/>
                </a:solidFill>
                <a:latin typeface="Berlin Sans FB Demi" panose="020E0802020502020306" pitchFamily="34" charset="0"/>
              </a:rPr>
              <a:t> </a:t>
            </a:r>
            <a:r>
              <a:rPr sz="4000" dirty="0">
                <a:solidFill>
                  <a:srgbClr val="1F1D1D"/>
                </a:solidFill>
                <a:latin typeface="Berlin Sans FB Demi" panose="020E0802020502020306" pitchFamily="34" charset="0"/>
              </a:rPr>
              <a:t>Market</a:t>
            </a:r>
            <a:r>
              <a:rPr sz="4000" spc="-75" dirty="0">
                <a:solidFill>
                  <a:srgbClr val="1F1D1D"/>
                </a:solidFill>
                <a:latin typeface="Berlin Sans FB Demi" panose="020E0802020502020306" pitchFamily="34" charset="0"/>
              </a:rPr>
              <a:t> </a:t>
            </a:r>
            <a:r>
              <a:rPr sz="4000" dirty="0">
                <a:solidFill>
                  <a:srgbClr val="1F1D1D"/>
                </a:solidFill>
                <a:latin typeface="Berlin Sans FB Demi" panose="020E0802020502020306" pitchFamily="34" charset="0"/>
              </a:rPr>
              <a:t>Analysis</a:t>
            </a:r>
            <a:r>
              <a:rPr sz="4000" spc="-81" dirty="0">
                <a:solidFill>
                  <a:srgbClr val="1F1D1D"/>
                </a:solidFill>
                <a:latin typeface="Berlin Sans FB Demi" panose="020E0802020502020306" pitchFamily="34" charset="0"/>
              </a:rPr>
              <a:t> </a:t>
            </a:r>
            <a:r>
              <a:rPr sz="4000" dirty="0">
                <a:solidFill>
                  <a:srgbClr val="1F1D1D"/>
                </a:solidFill>
                <a:latin typeface="Berlin Sans FB Demi" panose="020E0802020502020306" pitchFamily="34" charset="0"/>
              </a:rPr>
              <a:t>:</a:t>
            </a:r>
            <a:r>
              <a:rPr sz="4000" spc="-75" dirty="0">
                <a:solidFill>
                  <a:srgbClr val="1F1D1D"/>
                </a:solidFill>
                <a:latin typeface="Berlin Sans FB Demi" panose="020E0802020502020306" pitchFamily="34" charset="0"/>
              </a:rPr>
              <a:t> </a:t>
            </a:r>
            <a:r>
              <a:rPr lang="en-IN" sz="4000" spc="-75" dirty="0">
                <a:solidFill>
                  <a:srgbClr val="1F1D1D"/>
                </a:solidFill>
                <a:latin typeface="Berlin Sans FB Demi" panose="020E0802020502020306" pitchFamily="34" charset="0"/>
              </a:rPr>
              <a:t>H</a:t>
            </a:r>
            <a:r>
              <a:rPr sz="4000" dirty="0" err="1">
                <a:solidFill>
                  <a:srgbClr val="1F1D1D"/>
                </a:solidFill>
                <a:latin typeface="Berlin Sans FB Demi" panose="020E0802020502020306" pitchFamily="34" charset="0"/>
              </a:rPr>
              <a:t>ighest</a:t>
            </a:r>
            <a:r>
              <a:rPr sz="4000" spc="-75" dirty="0">
                <a:solidFill>
                  <a:srgbClr val="1F1D1D"/>
                </a:solidFill>
                <a:latin typeface="Berlin Sans FB Demi" panose="020E0802020502020306" pitchFamily="34" charset="0"/>
              </a:rPr>
              <a:t> </a:t>
            </a:r>
            <a:r>
              <a:rPr sz="4000" dirty="0">
                <a:solidFill>
                  <a:srgbClr val="1F1D1D"/>
                </a:solidFill>
                <a:latin typeface="Berlin Sans FB Demi" panose="020E0802020502020306" pitchFamily="34" charset="0"/>
              </a:rPr>
              <a:t>vs</a:t>
            </a:r>
            <a:r>
              <a:rPr sz="4000" spc="-81" dirty="0">
                <a:solidFill>
                  <a:srgbClr val="1F1D1D"/>
                </a:solidFill>
                <a:latin typeface="Berlin Sans FB Demi" panose="020E0802020502020306" pitchFamily="34" charset="0"/>
              </a:rPr>
              <a:t> </a:t>
            </a:r>
            <a:r>
              <a:rPr sz="4000" dirty="0">
                <a:solidFill>
                  <a:srgbClr val="1F1D1D"/>
                </a:solidFill>
                <a:latin typeface="Berlin Sans FB Demi" panose="020E0802020502020306" pitchFamily="34" charset="0"/>
              </a:rPr>
              <a:t>Lowest</a:t>
            </a:r>
            <a:r>
              <a:rPr sz="4000" spc="-75" dirty="0">
                <a:solidFill>
                  <a:srgbClr val="1F1D1D"/>
                </a:solidFill>
                <a:latin typeface="Berlin Sans FB Demi" panose="020E0802020502020306" pitchFamily="34" charset="0"/>
              </a:rPr>
              <a:t> </a:t>
            </a:r>
            <a:r>
              <a:rPr sz="4000" dirty="0">
                <a:solidFill>
                  <a:srgbClr val="1F1D1D"/>
                </a:solidFill>
                <a:latin typeface="Berlin Sans FB Demi" panose="020E0802020502020306" pitchFamily="34" charset="0"/>
              </a:rPr>
              <a:t>Average</a:t>
            </a:r>
            <a:r>
              <a:rPr sz="4000" spc="-75" dirty="0">
                <a:solidFill>
                  <a:srgbClr val="1F1D1D"/>
                </a:solidFill>
                <a:latin typeface="Berlin Sans FB Demi" panose="020E0802020502020306" pitchFamily="34" charset="0"/>
              </a:rPr>
              <a:t> </a:t>
            </a:r>
            <a:r>
              <a:rPr sz="4000" dirty="0">
                <a:solidFill>
                  <a:srgbClr val="1F1D1D"/>
                </a:solidFill>
                <a:latin typeface="Berlin Sans FB Demi" panose="020E0802020502020306" pitchFamily="34" charset="0"/>
              </a:rPr>
              <a:t>Priced</a:t>
            </a:r>
            <a:r>
              <a:rPr sz="4000" spc="-81" dirty="0">
                <a:solidFill>
                  <a:srgbClr val="1F1D1D"/>
                </a:solidFill>
                <a:latin typeface="Berlin Sans FB Demi" panose="020E0802020502020306" pitchFamily="34" charset="0"/>
              </a:rPr>
              <a:t> </a:t>
            </a:r>
            <a:r>
              <a:rPr sz="4000" spc="-13" dirty="0">
                <a:solidFill>
                  <a:srgbClr val="1F1D1D"/>
                </a:solidFill>
                <a:latin typeface="Berlin Sans FB Demi" panose="020E0802020502020306" pitchFamily="34" charset="0"/>
              </a:rPr>
              <a:t>Brands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590800" y="2171700"/>
            <a:ext cx="12576969" cy="41998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5875">
              <a:spcBef>
                <a:spcPts val="125"/>
              </a:spcBef>
              <a:tabLst>
                <a:tab pos="8666956" algn="l"/>
              </a:tabLst>
            </a:pPr>
            <a:r>
              <a:rPr sz="2625" b="1" spc="-56" dirty="0">
                <a:latin typeface="Calibri"/>
                <a:cs typeface="Calibri"/>
              </a:rPr>
              <a:t>Top</a:t>
            </a:r>
            <a:r>
              <a:rPr sz="2625" b="1" spc="-63" dirty="0">
                <a:latin typeface="Calibri"/>
                <a:cs typeface="Calibri"/>
              </a:rPr>
              <a:t> </a:t>
            </a:r>
            <a:r>
              <a:rPr sz="2625" b="1" dirty="0">
                <a:latin typeface="Calibri"/>
                <a:cs typeface="Calibri"/>
              </a:rPr>
              <a:t>5</a:t>
            </a:r>
            <a:r>
              <a:rPr sz="2625" b="1" spc="-56" dirty="0">
                <a:latin typeface="Calibri"/>
                <a:cs typeface="Calibri"/>
              </a:rPr>
              <a:t> </a:t>
            </a:r>
            <a:r>
              <a:rPr sz="2625" b="1" dirty="0">
                <a:latin typeface="Calibri"/>
                <a:cs typeface="Calibri"/>
              </a:rPr>
              <a:t>Highest</a:t>
            </a:r>
            <a:r>
              <a:rPr sz="2625" b="1" spc="-63" dirty="0">
                <a:latin typeface="Calibri"/>
                <a:cs typeface="Calibri"/>
              </a:rPr>
              <a:t> </a:t>
            </a:r>
            <a:r>
              <a:rPr sz="2625" b="1" dirty="0">
                <a:latin typeface="Calibri"/>
                <a:cs typeface="Calibri"/>
              </a:rPr>
              <a:t>Priced</a:t>
            </a:r>
            <a:r>
              <a:rPr sz="2625" b="1" spc="-56" dirty="0">
                <a:latin typeface="Calibri"/>
                <a:cs typeface="Calibri"/>
              </a:rPr>
              <a:t> </a:t>
            </a:r>
            <a:r>
              <a:rPr sz="2625" b="1" spc="-13" dirty="0">
                <a:latin typeface="Calibri"/>
                <a:cs typeface="Calibri"/>
              </a:rPr>
              <a:t>Laptops</a:t>
            </a:r>
            <a:r>
              <a:rPr lang="en-IN" sz="2625" b="1" spc="-13" dirty="0">
                <a:latin typeface="Calibri"/>
                <a:cs typeface="Calibri"/>
              </a:rPr>
              <a:t>	</a:t>
            </a:r>
            <a:r>
              <a:rPr sz="2625" b="1" spc="-56" dirty="0">
                <a:latin typeface="Calibri"/>
                <a:cs typeface="Calibri"/>
              </a:rPr>
              <a:t>Top</a:t>
            </a:r>
            <a:r>
              <a:rPr sz="2625" b="1" spc="-63" dirty="0">
                <a:latin typeface="Calibri"/>
                <a:cs typeface="Calibri"/>
              </a:rPr>
              <a:t> </a:t>
            </a:r>
            <a:r>
              <a:rPr sz="2625" b="1" dirty="0">
                <a:latin typeface="Calibri"/>
                <a:cs typeface="Calibri"/>
              </a:rPr>
              <a:t>5</a:t>
            </a:r>
            <a:r>
              <a:rPr sz="2625" b="1" spc="-56" dirty="0">
                <a:latin typeface="Calibri"/>
                <a:cs typeface="Calibri"/>
              </a:rPr>
              <a:t> </a:t>
            </a:r>
            <a:r>
              <a:rPr sz="2625" b="1" dirty="0">
                <a:latin typeface="Calibri"/>
                <a:cs typeface="Calibri"/>
              </a:rPr>
              <a:t>Lowest</a:t>
            </a:r>
            <a:r>
              <a:rPr sz="2625" b="1" spc="-63" dirty="0">
                <a:latin typeface="Calibri"/>
                <a:cs typeface="Calibri"/>
              </a:rPr>
              <a:t> </a:t>
            </a:r>
            <a:r>
              <a:rPr sz="2625" b="1" dirty="0">
                <a:latin typeface="Calibri"/>
                <a:cs typeface="Calibri"/>
              </a:rPr>
              <a:t>Priced</a:t>
            </a:r>
            <a:r>
              <a:rPr sz="2625" b="1" spc="-56" dirty="0">
                <a:latin typeface="Calibri"/>
                <a:cs typeface="Calibri"/>
              </a:rPr>
              <a:t> </a:t>
            </a:r>
            <a:r>
              <a:rPr sz="2625" b="1" spc="-13" dirty="0">
                <a:latin typeface="Calibri"/>
                <a:cs typeface="Calibri"/>
              </a:rPr>
              <a:t>Laptops</a:t>
            </a:r>
            <a:endParaRPr sz="2625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68364" y="2476500"/>
            <a:ext cx="15461527" cy="5893594"/>
            <a:chOff x="100673" y="3174553"/>
            <a:chExt cx="13606144" cy="42862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673" y="3381159"/>
              <a:ext cx="6905624" cy="40671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10241" y="3174553"/>
              <a:ext cx="6696075" cy="428624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62000" y="1298424"/>
            <a:ext cx="16274256" cy="924131"/>
          </a:xfrm>
          <a:prstGeom prst="rect">
            <a:avLst/>
          </a:prstGeom>
        </p:spPr>
        <p:txBody>
          <a:bodyPr vert="horz" wrap="square" lIns="0" tIns="15081" rIns="0" bIns="0" rtlCol="0">
            <a:spAutoFit/>
          </a:bodyPr>
          <a:lstStyle/>
          <a:p>
            <a:pPr marL="472281" marR="6350" indent="-457200" algn="just">
              <a:lnSpc>
                <a:spcPct val="116100"/>
              </a:lnSpc>
              <a:spcBef>
                <a:spcPts val="119"/>
              </a:spcBef>
              <a:buFont typeface="Wingdings" panose="05000000000000000000" pitchFamily="2" charset="2"/>
              <a:buChar char="Ø"/>
            </a:pPr>
            <a:r>
              <a:rPr sz="2625" dirty="0">
                <a:latin typeface="Aptos" panose="020B0004020202020204" pitchFamily="34" charset="0"/>
                <a:cs typeface="Calibri"/>
              </a:rPr>
              <a:t>Both</a:t>
            </a:r>
            <a:r>
              <a:rPr sz="2625" spc="-56" dirty="0">
                <a:latin typeface="Aptos" panose="020B0004020202020204" pitchFamily="34" charset="0"/>
                <a:cs typeface="Calibri"/>
              </a:rPr>
              <a:t> </a:t>
            </a:r>
            <a:r>
              <a:rPr sz="2625" dirty="0">
                <a:latin typeface="Aptos" panose="020B0004020202020204" pitchFamily="34" charset="0"/>
                <a:cs typeface="Calibri"/>
              </a:rPr>
              <a:t>SSD</a:t>
            </a:r>
            <a:r>
              <a:rPr sz="2625" spc="-56" dirty="0">
                <a:latin typeface="Aptos" panose="020B0004020202020204" pitchFamily="34" charset="0"/>
                <a:cs typeface="Calibri"/>
              </a:rPr>
              <a:t> </a:t>
            </a:r>
            <a:r>
              <a:rPr sz="2625" dirty="0">
                <a:latin typeface="Aptos" panose="020B0004020202020204" pitchFamily="34" charset="0"/>
                <a:cs typeface="Calibri"/>
              </a:rPr>
              <a:t>and</a:t>
            </a:r>
            <a:r>
              <a:rPr sz="2625" spc="-56" dirty="0">
                <a:latin typeface="Aptos" panose="020B0004020202020204" pitchFamily="34" charset="0"/>
                <a:cs typeface="Calibri"/>
              </a:rPr>
              <a:t> </a:t>
            </a:r>
            <a:r>
              <a:rPr sz="2625" dirty="0">
                <a:latin typeface="Aptos" panose="020B0004020202020204" pitchFamily="34" charset="0"/>
                <a:cs typeface="Calibri"/>
              </a:rPr>
              <a:t>RAM</a:t>
            </a:r>
            <a:r>
              <a:rPr sz="2625" spc="-56" dirty="0">
                <a:latin typeface="Aptos" panose="020B0004020202020204" pitchFamily="34" charset="0"/>
                <a:cs typeface="Calibri"/>
              </a:rPr>
              <a:t> </a:t>
            </a:r>
            <a:r>
              <a:rPr sz="2625" dirty="0">
                <a:latin typeface="Aptos" panose="020B0004020202020204" pitchFamily="34" charset="0"/>
                <a:cs typeface="Calibri"/>
              </a:rPr>
              <a:t>have</a:t>
            </a:r>
            <a:r>
              <a:rPr sz="2625" spc="-56" dirty="0">
                <a:latin typeface="Aptos" panose="020B0004020202020204" pitchFamily="34" charset="0"/>
                <a:cs typeface="Calibri"/>
              </a:rPr>
              <a:t> </a:t>
            </a:r>
            <a:r>
              <a:rPr sz="2625" dirty="0">
                <a:latin typeface="Aptos" panose="020B0004020202020204" pitchFamily="34" charset="0"/>
                <a:cs typeface="Calibri"/>
              </a:rPr>
              <a:t>a</a:t>
            </a:r>
            <a:r>
              <a:rPr sz="2625" spc="-56" dirty="0">
                <a:latin typeface="Aptos" panose="020B0004020202020204" pitchFamily="34" charset="0"/>
                <a:cs typeface="Calibri"/>
              </a:rPr>
              <a:t> </a:t>
            </a:r>
            <a:r>
              <a:rPr sz="2625" spc="-13" dirty="0">
                <a:latin typeface="Aptos" panose="020B0004020202020204" pitchFamily="34" charset="0"/>
                <a:cs typeface="Calibri"/>
              </a:rPr>
              <a:t>positive</a:t>
            </a:r>
            <a:r>
              <a:rPr sz="2625" spc="-56" dirty="0">
                <a:latin typeface="Aptos" panose="020B0004020202020204" pitchFamily="34" charset="0"/>
                <a:cs typeface="Calibri"/>
              </a:rPr>
              <a:t> </a:t>
            </a:r>
            <a:r>
              <a:rPr sz="2625" spc="-13" dirty="0">
                <a:latin typeface="Aptos" panose="020B0004020202020204" pitchFamily="34" charset="0"/>
                <a:cs typeface="Calibri"/>
              </a:rPr>
              <a:t>correlation</a:t>
            </a:r>
            <a:r>
              <a:rPr sz="2625" spc="-56" dirty="0">
                <a:latin typeface="Aptos" panose="020B0004020202020204" pitchFamily="34" charset="0"/>
                <a:cs typeface="Calibri"/>
              </a:rPr>
              <a:t> </a:t>
            </a:r>
            <a:r>
              <a:rPr sz="2625" dirty="0">
                <a:latin typeface="Aptos" panose="020B0004020202020204" pitchFamily="34" charset="0"/>
                <a:cs typeface="Calibri"/>
              </a:rPr>
              <a:t>with</a:t>
            </a:r>
            <a:r>
              <a:rPr sz="2625" spc="-56" dirty="0">
                <a:latin typeface="Aptos" panose="020B0004020202020204" pitchFamily="34" charset="0"/>
                <a:cs typeface="Calibri"/>
              </a:rPr>
              <a:t> </a:t>
            </a:r>
            <a:r>
              <a:rPr sz="2625" dirty="0">
                <a:latin typeface="Aptos" panose="020B0004020202020204" pitchFamily="34" charset="0"/>
                <a:cs typeface="Calibri"/>
              </a:rPr>
              <a:t>laptop</a:t>
            </a:r>
            <a:r>
              <a:rPr sz="2625" spc="-56" dirty="0">
                <a:latin typeface="Aptos" panose="020B0004020202020204" pitchFamily="34" charset="0"/>
                <a:cs typeface="Calibri"/>
              </a:rPr>
              <a:t> </a:t>
            </a:r>
            <a:r>
              <a:rPr sz="2625" dirty="0">
                <a:latin typeface="Aptos" panose="020B0004020202020204" pitchFamily="34" charset="0"/>
                <a:cs typeface="Calibri"/>
              </a:rPr>
              <a:t>prices,</a:t>
            </a:r>
            <a:r>
              <a:rPr sz="2625" spc="-56" dirty="0">
                <a:latin typeface="Aptos" panose="020B0004020202020204" pitchFamily="34" charset="0"/>
                <a:cs typeface="Calibri"/>
              </a:rPr>
              <a:t> </a:t>
            </a:r>
            <a:r>
              <a:rPr sz="2625" dirty="0">
                <a:latin typeface="Aptos" panose="020B0004020202020204" pitchFamily="34" charset="0"/>
                <a:cs typeface="Calibri"/>
              </a:rPr>
              <a:t>meaning</a:t>
            </a:r>
            <a:r>
              <a:rPr sz="2625" spc="-56" dirty="0">
                <a:latin typeface="Aptos" panose="020B0004020202020204" pitchFamily="34" charset="0"/>
                <a:cs typeface="Calibri"/>
              </a:rPr>
              <a:t> </a:t>
            </a:r>
            <a:r>
              <a:rPr sz="2625" dirty="0">
                <a:latin typeface="Aptos" panose="020B0004020202020204" pitchFamily="34" charset="0"/>
                <a:cs typeface="Calibri"/>
              </a:rPr>
              <a:t>higher</a:t>
            </a:r>
            <a:r>
              <a:rPr sz="2625" spc="-56" dirty="0">
                <a:latin typeface="Aptos" panose="020B0004020202020204" pitchFamily="34" charset="0"/>
                <a:cs typeface="Calibri"/>
              </a:rPr>
              <a:t> </a:t>
            </a:r>
            <a:r>
              <a:rPr sz="2625" spc="-13" dirty="0">
                <a:latin typeface="Aptos" panose="020B0004020202020204" pitchFamily="34" charset="0"/>
                <a:cs typeface="Calibri"/>
              </a:rPr>
              <a:t>specifications</a:t>
            </a:r>
            <a:r>
              <a:rPr sz="2625" spc="-56" dirty="0">
                <a:latin typeface="Aptos" panose="020B0004020202020204" pitchFamily="34" charset="0"/>
                <a:cs typeface="Calibri"/>
              </a:rPr>
              <a:t> </a:t>
            </a:r>
            <a:r>
              <a:rPr sz="2625" spc="-13" dirty="0">
                <a:latin typeface="Aptos" panose="020B0004020202020204" pitchFamily="34" charset="0"/>
                <a:cs typeface="Calibri"/>
              </a:rPr>
              <a:t>generally</a:t>
            </a:r>
            <a:r>
              <a:rPr sz="2625" spc="-56" dirty="0">
                <a:latin typeface="Aptos" panose="020B0004020202020204" pitchFamily="34" charset="0"/>
                <a:cs typeface="Calibri"/>
              </a:rPr>
              <a:t> </a:t>
            </a:r>
            <a:r>
              <a:rPr sz="2625" dirty="0">
                <a:latin typeface="Aptos" panose="020B0004020202020204" pitchFamily="34" charset="0"/>
                <a:cs typeface="Calibri"/>
              </a:rPr>
              <a:t>lead</a:t>
            </a:r>
            <a:r>
              <a:rPr sz="2625" spc="-56" dirty="0">
                <a:latin typeface="Aptos" panose="020B0004020202020204" pitchFamily="34" charset="0"/>
                <a:cs typeface="Calibri"/>
              </a:rPr>
              <a:t> </a:t>
            </a:r>
            <a:r>
              <a:rPr sz="2625" dirty="0">
                <a:latin typeface="Aptos" panose="020B0004020202020204" pitchFamily="34" charset="0"/>
                <a:cs typeface="Calibri"/>
              </a:rPr>
              <a:t>to</a:t>
            </a:r>
            <a:r>
              <a:rPr sz="2625" spc="-56" dirty="0">
                <a:latin typeface="Aptos" panose="020B0004020202020204" pitchFamily="34" charset="0"/>
                <a:cs typeface="Calibri"/>
              </a:rPr>
              <a:t> </a:t>
            </a:r>
            <a:r>
              <a:rPr sz="2625" spc="-13" dirty="0">
                <a:latin typeface="Aptos" panose="020B0004020202020204" pitchFamily="34" charset="0"/>
                <a:cs typeface="Calibri"/>
              </a:rPr>
              <a:t>higher-</a:t>
            </a:r>
            <a:r>
              <a:rPr sz="2625" dirty="0">
                <a:latin typeface="Aptos" panose="020B0004020202020204" pitchFamily="34" charset="0"/>
                <a:cs typeface="Calibri"/>
              </a:rPr>
              <a:t>priced</a:t>
            </a:r>
            <a:r>
              <a:rPr sz="2625" spc="-75" dirty="0">
                <a:latin typeface="Aptos" panose="020B0004020202020204" pitchFamily="34" charset="0"/>
                <a:cs typeface="Calibri"/>
              </a:rPr>
              <a:t> </a:t>
            </a:r>
            <a:r>
              <a:rPr sz="2625" spc="-13" dirty="0">
                <a:latin typeface="Aptos" panose="020B0004020202020204" pitchFamily="34" charset="0"/>
                <a:cs typeface="Calibri"/>
              </a:rPr>
              <a:t>laptops.</a:t>
            </a:r>
            <a:endParaRPr sz="2625" dirty="0">
              <a:latin typeface="Aptos" panose="020B0004020202020204" pitchFamily="34" charset="0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513720" y="9489281"/>
            <a:ext cx="3774281" cy="714375"/>
            <a:chOff x="11610975" y="7591425"/>
            <a:chExt cx="3019425" cy="571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39700" y="7753350"/>
              <a:ext cx="1724024" cy="4095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10975" y="7591425"/>
              <a:ext cx="3019424" cy="514349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01364" y="2933700"/>
            <a:ext cx="6155530" cy="62864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44255" y="2666144"/>
            <a:ext cx="8831221" cy="671345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6044070" y="9672443"/>
            <a:ext cx="933450" cy="1603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5875">
              <a:spcBef>
                <a:spcPts val="125"/>
              </a:spcBef>
            </a:pPr>
            <a:r>
              <a:rPr sz="938" dirty="0">
                <a:latin typeface="Calibri"/>
                <a:cs typeface="Calibri"/>
                <a:hlinkClick r:id="rId6"/>
              </a:rPr>
              <a:t>pre</a:t>
            </a:r>
            <a:r>
              <a:rPr sz="938" spc="-13" dirty="0">
                <a:latin typeface="Calibri"/>
                <a:cs typeface="Calibri"/>
                <a:hlinkClick r:id="rId6"/>
              </a:rPr>
              <a:t> </a:t>
            </a:r>
            <a:r>
              <a:rPr sz="938" dirty="0">
                <a:latin typeface="Calibri"/>
                <a:cs typeface="Calibri"/>
                <a:hlinkClick r:id="rId6"/>
              </a:rPr>
              <a:t>e</a:t>
            </a:r>
            <a:r>
              <a:rPr sz="938" spc="-13" dirty="0">
                <a:latin typeface="Calibri"/>
                <a:cs typeface="Calibri"/>
                <a:hlinkClick r:id="rId6"/>
              </a:rPr>
              <a:t> </a:t>
            </a:r>
            <a:r>
              <a:rPr sz="938" dirty="0">
                <a:latin typeface="Calibri"/>
                <a:cs typeface="Calibri"/>
                <a:hlinkClick r:id="rId6"/>
              </a:rPr>
              <a:t>ncode</a:t>
            </a:r>
            <a:r>
              <a:rPr sz="938" spc="-13" dirty="0">
                <a:latin typeface="Calibri"/>
                <a:cs typeface="Calibri"/>
                <a:hlinkClick r:id="rId6"/>
              </a:rPr>
              <a:t> </a:t>
            </a:r>
            <a:r>
              <a:rPr sz="938" dirty="0">
                <a:latin typeface="Calibri"/>
                <a:cs typeface="Calibri"/>
                <a:hlinkClick r:id="rId6"/>
              </a:rPr>
              <a:t>d.</a:t>
            </a:r>
            <a:r>
              <a:rPr sz="938" spc="-13" dirty="0">
                <a:latin typeface="Calibri"/>
                <a:cs typeface="Calibri"/>
                <a:hlinkClick r:id="rId6"/>
              </a:rPr>
              <a:t> </a:t>
            </a:r>
            <a:r>
              <a:rPr sz="938" spc="-31" dirty="0">
                <a:latin typeface="Calibri"/>
                <a:cs typeface="Calibri"/>
                <a:hlinkClick r:id="rId6"/>
              </a:rPr>
              <a:t>png</a:t>
            </a:r>
            <a:endParaRPr sz="938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47800" y="1599088"/>
            <a:ext cx="10395744" cy="487314"/>
          </a:xfrm>
          <a:prstGeom prst="rect">
            <a:avLst/>
          </a:prstGeom>
        </p:spPr>
        <p:txBody>
          <a:bodyPr vert="horz" wrap="square" lIns="0" tIns="14288" rIns="0" bIns="0" rtlCol="0">
            <a:spAutoFit/>
          </a:bodyPr>
          <a:lstStyle/>
          <a:p>
            <a:pPr marL="473075" marR="6350" indent="-457200">
              <a:lnSpc>
                <a:spcPct val="117200"/>
              </a:lnSpc>
              <a:spcBef>
                <a:spcPts val="113"/>
              </a:spcBef>
              <a:buFont typeface="Wingdings" panose="05000000000000000000" pitchFamily="2" charset="2"/>
              <a:buChar char="Ø"/>
            </a:pPr>
            <a:r>
              <a:rPr lang="en-US" sz="2800" spc="-25" dirty="0">
                <a:latin typeface="Aptos" panose="020B0004020202020204" pitchFamily="34" charset="0"/>
                <a:cs typeface="Calibri"/>
              </a:rPr>
              <a:t>Higher-</a:t>
            </a:r>
            <a:r>
              <a:rPr lang="en-US" sz="2800" dirty="0">
                <a:latin typeface="Aptos" panose="020B0004020202020204" pitchFamily="34" charset="0"/>
                <a:cs typeface="Calibri"/>
              </a:rPr>
              <a:t>Priced</a:t>
            </a:r>
            <a:r>
              <a:rPr lang="en-US" sz="2800" spc="25" dirty="0">
                <a:latin typeface="Aptos" panose="020B0004020202020204" pitchFamily="34" charset="0"/>
                <a:cs typeface="Calibri"/>
              </a:rPr>
              <a:t> </a:t>
            </a:r>
            <a:r>
              <a:rPr lang="en-US" sz="2800" dirty="0">
                <a:latin typeface="Aptos" panose="020B0004020202020204" pitchFamily="34" charset="0"/>
                <a:cs typeface="Calibri"/>
              </a:rPr>
              <a:t>laptops</a:t>
            </a:r>
            <a:r>
              <a:rPr lang="en-US" sz="2800" spc="31" dirty="0">
                <a:latin typeface="Aptos" panose="020B0004020202020204" pitchFamily="34" charset="0"/>
                <a:cs typeface="Calibri"/>
              </a:rPr>
              <a:t> </a:t>
            </a:r>
            <a:r>
              <a:rPr lang="en-US" sz="2800" dirty="0">
                <a:latin typeface="Aptos" panose="020B0004020202020204" pitchFamily="34" charset="0"/>
                <a:cs typeface="Calibri"/>
              </a:rPr>
              <a:t>do</a:t>
            </a:r>
            <a:r>
              <a:rPr lang="en-US" sz="2800" spc="25" dirty="0">
                <a:latin typeface="Aptos" panose="020B0004020202020204" pitchFamily="34" charset="0"/>
                <a:cs typeface="Calibri"/>
              </a:rPr>
              <a:t> </a:t>
            </a:r>
            <a:r>
              <a:rPr lang="en-US" sz="2800" spc="-31" dirty="0">
                <a:latin typeface="Aptos" panose="020B0004020202020204" pitchFamily="34" charset="0"/>
                <a:cs typeface="Calibri"/>
              </a:rPr>
              <a:t>not </a:t>
            </a:r>
            <a:r>
              <a:rPr lang="en-US" sz="2800" dirty="0">
                <a:latin typeface="Aptos" panose="020B0004020202020204" pitchFamily="34" charset="0"/>
                <a:cs typeface="Calibri"/>
              </a:rPr>
              <a:t>always</a:t>
            </a:r>
            <a:r>
              <a:rPr lang="en-US" sz="2800" spc="-44" dirty="0">
                <a:latin typeface="Aptos" panose="020B0004020202020204" pitchFamily="34" charset="0"/>
                <a:cs typeface="Calibri"/>
              </a:rPr>
              <a:t> </a:t>
            </a:r>
            <a:r>
              <a:rPr lang="en-US" sz="2800" dirty="0">
                <a:latin typeface="Aptos" panose="020B0004020202020204" pitchFamily="34" charset="0"/>
                <a:cs typeface="Calibri"/>
              </a:rPr>
              <a:t>received</a:t>
            </a:r>
            <a:r>
              <a:rPr lang="en-US" sz="2800" spc="-38" dirty="0">
                <a:latin typeface="Aptos" panose="020B0004020202020204" pitchFamily="34" charset="0"/>
                <a:cs typeface="Calibri"/>
              </a:rPr>
              <a:t> </a:t>
            </a:r>
            <a:r>
              <a:rPr lang="en-US" sz="2800" dirty="0">
                <a:latin typeface="Aptos" panose="020B0004020202020204" pitchFamily="34" charset="0"/>
                <a:cs typeface="Calibri"/>
              </a:rPr>
              <a:t>higher</a:t>
            </a:r>
            <a:r>
              <a:rPr lang="en-US" sz="2800" spc="-38" dirty="0">
                <a:latin typeface="Aptos" panose="020B0004020202020204" pitchFamily="34" charset="0"/>
                <a:cs typeface="Calibri"/>
              </a:rPr>
              <a:t> </a:t>
            </a:r>
            <a:r>
              <a:rPr lang="en-US" sz="2800" spc="-13" dirty="0">
                <a:latin typeface="Aptos" panose="020B0004020202020204" pitchFamily="34" charset="0"/>
                <a:cs typeface="Calibri"/>
              </a:rPr>
              <a:t>ratings</a:t>
            </a:r>
            <a:endParaRPr sz="3250" dirty="0">
              <a:latin typeface="Aptos" panose="020B0004020202020204" pitchFamily="34" charset="0"/>
              <a:cs typeface="Calibri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92B2CEA-853F-7552-A09F-C01860308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1364" y="561996"/>
            <a:ext cx="15885270" cy="677108"/>
          </a:xfrm>
        </p:spPr>
        <p:txBody>
          <a:bodyPr/>
          <a:lstStyle/>
          <a:p>
            <a:r>
              <a:rPr lang="en-IN" sz="4400" dirty="0">
                <a:latin typeface="Berlin Sans FB Demi" panose="020E0802020502020306" pitchFamily="34" charset="0"/>
              </a:rPr>
              <a:t>Pricing and Customer Analysis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86200" y="1333500"/>
            <a:ext cx="10134600" cy="8153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187DB1-D6DE-413D-8914-B94C0F7468B3}"/>
              </a:ext>
            </a:extLst>
          </p:cNvPr>
          <p:cNvSpPr txBox="1"/>
          <p:nvPr/>
        </p:nvSpPr>
        <p:spPr>
          <a:xfrm>
            <a:off x="1981200" y="415379"/>
            <a:ext cx="9220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4400" dirty="0" err="1">
                <a:latin typeface="Berlin Sans FB Demi" panose="020E0802020502020306" pitchFamily="34" charset="0"/>
              </a:rPr>
              <a:t>No.of</a:t>
            </a:r>
            <a:r>
              <a:rPr lang="en-IN" sz="4400" dirty="0">
                <a:latin typeface="Berlin Sans FB Demi" panose="020E0802020502020306" pitchFamily="34" charset="0"/>
              </a:rPr>
              <a:t> premium Laptops by Brand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181" y="1866900"/>
            <a:ext cx="8834436" cy="7310436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905500" y="398091"/>
            <a:ext cx="6477000" cy="69313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26269">
              <a:spcBef>
                <a:spcPts val="125"/>
              </a:spcBef>
            </a:pPr>
            <a:r>
              <a:rPr sz="4400" spc="-13" dirty="0">
                <a:latin typeface="Berlin Sans FB Demi" panose="020E0802020502020306" pitchFamily="34" charset="0"/>
              </a:rPr>
              <a:t>Correlation</a:t>
            </a:r>
            <a:r>
              <a:rPr sz="4400" spc="-119" dirty="0">
                <a:latin typeface="Berlin Sans FB Demi" panose="020E0802020502020306" pitchFamily="34" charset="0"/>
              </a:rPr>
              <a:t> </a:t>
            </a:r>
            <a:r>
              <a:rPr sz="4400" dirty="0">
                <a:latin typeface="Berlin Sans FB Demi" panose="020E0802020502020306" pitchFamily="34" charset="0"/>
              </a:rPr>
              <a:t>Heat</a:t>
            </a:r>
            <a:r>
              <a:rPr sz="4400" spc="-119" dirty="0">
                <a:latin typeface="Berlin Sans FB Demi" panose="020E0802020502020306" pitchFamily="34" charset="0"/>
              </a:rPr>
              <a:t> </a:t>
            </a:r>
            <a:r>
              <a:rPr sz="4400" spc="-31" dirty="0">
                <a:latin typeface="Berlin Sans FB Demi" panose="020E0802020502020306" pitchFamily="34" charset="0"/>
              </a:rPr>
              <a:t>Map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906000" y="2915005"/>
            <a:ext cx="7291388" cy="445698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898525" marR="75406" indent="-342900" algn="just">
              <a:lnSpc>
                <a:spcPct val="115599"/>
              </a:lnSpc>
              <a:spcBef>
                <a:spcPts val="125"/>
              </a:spcBef>
              <a:buFont typeface="Wingdings" panose="05000000000000000000" pitchFamily="2" charset="2"/>
              <a:buChar char="v"/>
            </a:pPr>
            <a:r>
              <a:rPr sz="2800" dirty="0">
                <a:latin typeface="Calibri"/>
                <a:cs typeface="Calibri"/>
              </a:rPr>
              <a:t>Prices</a:t>
            </a:r>
            <a:r>
              <a:rPr sz="2800" spc="-6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shows</a:t>
            </a:r>
            <a:r>
              <a:rPr sz="2800" spc="-6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positive</a:t>
            </a:r>
            <a:r>
              <a:rPr sz="2800" spc="-69" dirty="0">
                <a:latin typeface="Calibri"/>
                <a:cs typeface="Calibri"/>
              </a:rPr>
              <a:t> </a:t>
            </a:r>
            <a:r>
              <a:rPr sz="2800" spc="-13" dirty="0">
                <a:latin typeface="Calibri"/>
                <a:cs typeface="Calibri"/>
              </a:rPr>
              <a:t>correlation</a:t>
            </a:r>
            <a:r>
              <a:rPr sz="2800" spc="-6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69" dirty="0">
                <a:latin typeface="Calibri"/>
                <a:cs typeface="Calibri"/>
              </a:rPr>
              <a:t> </a:t>
            </a:r>
            <a:r>
              <a:rPr sz="2800" spc="-31" dirty="0">
                <a:latin typeface="Calibri"/>
                <a:cs typeface="Calibri"/>
              </a:rPr>
              <a:t>RAM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SSD,</a:t>
            </a:r>
            <a:r>
              <a:rPr sz="2800" spc="-81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indicating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laptops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3" dirty="0">
                <a:latin typeface="Calibri"/>
                <a:cs typeface="Calibri"/>
              </a:rPr>
              <a:t>better hardware</a:t>
            </a:r>
            <a:r>
              <a:rPr sz="2800" spc="-6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tend</a:t>
            </a:r>
            <a:r>
              <a:rPr sz="2800" spc="-5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5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-56" dirty="0">
                <a:latin typeface="Calibri"/>
                <a:cs typeface="Calibri"/>
              </a:rPr>
              <a:t> </a:t>
            </a:r>
            <a:r>
              <a:rPr sz="2800" spc="-13" dirty="0">
                <a:latin typeface="Calibri"/>
                <a:cs typeface="Calibri"/>
              </a:rPr>
              <a:t>expensive</a:t>
            </a:r>
            <a:endParaRPr sz="2800" dirty="0">
              <a:latin typeface="Calibri"/>
              <a:cs typeface="Calibri"/>
            </a:endParaRPr>
          </a:p>
          <a:p>
            <a:pPr marL="15875">
              <a:spcBef>
                <a:spcPts val="469"/>
              </a:spcBef>
            </a:pPr>
            <a:endParaRPr sz="2800" dirty="0">
              <a:latin typeface="Calibri"/>
              <a:cs typeface="Calibri"/>
            </a:endParaRPr>
          </a:p>
          <a:p>
            <a:pPr marL="898525" indent="-342900">
              <a:spcBef>
                <a:spcPts val="469"/>
              </a:spcBef>
              <a:buFont typeface="Wingdings" panose="05000000000000000000" pitchFamily="2" charset="2"/>
              <a:buChar char="v"/>
            </a:pPr>
            <a:r>
              <a:rPr sz="2800" dirty="0">
                <a:latin typeface="Calibri"/>
                <a:cs typeface="Calibri"/>
              </a:rPr>
              <a:t>Discount</a:t>
            </a:r>
            <a:r>
              <a:rPr sz="2800" spc="-6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56" dirty="0">
                <a:latin typeface="Calibri"/>
                <a:cs typeface="Calibri"/>
              </a:rPr>
              <a:t> </a:t>
            </a:r>
            <a:r>
              <a:rPr sz="2800" spc="-13" dirty="0">
                <a:latin typeface="Calibri"/>
                <a:cs typeface="Calibri"/>
              </a:rPr>
              <a:t>negative</a:t>
            </a:r>
            <a:r>
              <a:rPr sz="2800" spc="-63" dirty="0">
                <a:latin typeface="Calibri"/>
                <a:cs typeface="Calibri"/>
              </a:rPr>
              <a:t> </a:t>
            </a:r>
            <a:r>
              <a:rPr sz="2800" spc="-13" dirty="0">
                <a:latin typeface="Calibri"/>
                <a:cs typeface="Calibri"/>
              </a:rPr>
              <a:t>correlation</a:t>
            </a:r>
            <a:r>
              <a:rPr sz="2800" spc="-5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63" dirty="0">
                <a:latin typeface="Calibri"/>
                <a:cs typeface="Calibri"/>
              </a:rPr>
              <a:t> </a:t>
            </a:r>
            <a:r>
              <a:rPr sz="2800" spc="-13" dirty="0">
                <a:latin typeface="Calibri"/>
                <a:cs typeface="Calibri"/>
              </a:rPr>
              <a:t>Price</a:t>
            </a:r>
            <a:endParaRPr sz="2800" dirty="0">
              <a:latin typeface="Calibri"/>
              <a:cs typeface="Calibri"/>
            </a:endParaRPr>
          </a:p>
          <a:p>
            <a:pPr marL="342900" indent="-342900">
              <a:spcBef>
                <a:spcPts val="413"/>
              </a:spcBef>
              <a:buFont typeface="Wingdings" panose="05000000000000000000" pitchFamily="2" charset="2"/>
              <a:buChar char="v"/>
            </a:pPr>
            <a:endParaRPr sz="2800" dirty="0">
              <a:latin typeface="Calibri"/>
              <a:cs typeface="Calibri"/>
            </a:endParaRPr>
          </a:p>
          <a:p>
            <a:pPr marL="898525" marR="617538" indent="-342900">
              <a:lnSpc>
                <a:spcPct val="115599"/>
              </a:lnSpc>
              <a:spcBef>
                <a:spcPts val="6"/>
              </a:spcBef>
              <a:buFont typeface="Wingdings" panose="05000000000000000000" pitchFamily="2" charset="2"/>
              <a:buChar char="v"/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5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heat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map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helps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identify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3" dirty="0">
                <a:latin typeface="Calibri"/>
                <a:cs typeface="Calibri"/>
              </a:rPr>
              <a:t>which features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-9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94" dirty="0">
                <a:latin typeface="Calibri"/>
                <a:cs typeface="Calibri"/>
              </a:rPr>
              <a:t> </a:t>
            </a:r>
            <a:r>
              <a:rPr sz="2800" spc="-13" dirty="0">
                <a:latin typeface="Calibri"/>
                <a:cs typeface="Calibri"/>
              </a:rPr>
              <a:t>greatest</a:t>
            </a:r>
            <a:r>
              <a:rPr sz="2800" spc="-9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influence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31" dirty="0">
                <a:latin typeface="Calibri"/>
                <a:cs typeface="Calibri"/>
              </a:rPr>
              <a:t>on </a:t>
            </a:r>
            <a:r>
              <a:rPr sz="2800" dirty="0">
                <a:latin typeface="Calibri"/>
                <a:cs typeface="Calibri"/>
              </a:rPr>
              <a:t>laptop</a:t>
            </a:r>
            <a:r>
              <a:rPr sz="2800" spc="-81" dirty="0">
                <a:latin typeface="Calibri"/>
                <a:cs typeface="Calibri"/>
              </a:rPr>
              <a:t> </a:t>
            </a:r>
            <a:r>
              <a:rPr sz="2800" spc="-13" dirty="0">
                <a:latin typeface="Calibri"/>
                <a:cs typeface="Calibri"/>
              </a:rPr>
              <a:t>prices.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49625" y="9691687"/>
            <a:ext cx="2155030" cy="51196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70844" y="9489282"/>
            <a:ext cx="3774280" cy="64293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044070" y="9672443"/>
            <a:ext cx="933450" cy="1603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5875">
              <a:spcBef>
                <a:spcPts val="125"/>
              </a:spcBef>
            </a:pPr>
            <a:r>
              <a:rPr sz="938" dirty="0">
                <a:latin typeface="Calibri"/>
                <a:cs typeface="Calibri"/>
                <a:hlinkClick r:id="rId4"/>
              </a:rPr>
              <a:t>pre</a:t>
            </a:r>
            <a:r>
              <a:rPr sz="938" spc="-13" dirty="0">
                <a:latin typeface="Calibri"/>
                <a:cs typeface="Calibri"/>
                <a:hlinkClick r:id="rId4"/>
              </a:rPr>
              <a:t> </a:t>
            </a:r>
            <a:r>
              <a:rPr sz="938" dirty="0">
                <a:latin typeface="Calibri"/>
                <a:cs typeface="Calibri"/>
                <a:hlinkClick r:id="rId4"/>
              </a:rPr>
              <a:t>e</a:t>
            </a:r>
            <a:r>
              <a:rPr sz="938" spc="-13" dirty="0">
                <a:latin typeface="Calibri"/>
                <a:cs typeface="Calibri"/>
                <a:hlinkClick r:id="rId4"/>
              </a:rPr>
              <a:t> </a:t>
            </a:r>
            <a:r>
              <a:rPr sz="938" dirty="0">
                <a:latin typeface="Calibri"/>
                <a:cs typeface="Calibri"/>
                <a:hlinkClick r:id="rId4"/>
              </a:rPr>
              <a:t>ncode</a:t>
            </a:r>
            <a:r>
              <a:rPr sz="938" spc="-13" dirty="0">
                <a:latin typeface="Calibri"/>
                <a:cs typeface="Calibri"/>
                <a:hlinkClick r:id="rId4"/>
              </a:rPr>
              <a:t> </a:t>
            </a:r>
            <a:r>
              <a:rPr sz="938" dirty="0">
                <a:latin typeface="Calibri"/>
                <a:cs typeface="Calibri"/>
                <a:hlinkClick r:id="rId4"/>
              </a:rPr>
              <a:t>d.</a:t>
            </a:r>
            <a:r>
              <a:rPr sz="938" spc="-13" dirty="0">
                <a:latin typeface="Calibri"/>
                <a:cs typeface="Calibri"/>
                <a:hlinkClick r:id="rId4"/>
              </a:rPr>
              <a:t> </a:t>
            </a:r>
            <a:r>
              <a:rPr sz="938" spc="-31" dirty="0">
                <a:latin typeface="Calibri"/>
                <a:cs typeface="Calibri"/>
                <a:hlinkClick r:id="rId4"/>
              </a:rPr>
              <a:t>png</a:t>
            </a:r>
            <a:endParaRPr sz="938"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858480" y="156517"/>
            <a:ext cx="3514725" cy="697948"/>
          </a:xfrm>
          <a:prstGeom prst="rect">
            <a:avLst/>
          </a:prstGeom>
        </p:spPr>
        <p:txBody>
          <a:bodyPr vert="horz" wrap="square" lIns="0" tIns="20638" rIns="0" bIns="0" rtlCol="0">
            <a:spAutoFit/>
          </a:bodyPr>
          <a:lstStyle/>
          <a:p>
            <a:pPr marL="15875">
              <a:spcBef>
                <a:spcPts val="163"/>
              </a:spcBef>
            </a:pPr>
            <a:r>
              <a:rPr sz="4400" dirty="0">
                <a:solidFill>
                  <a:srgbClr val="1F1D1D"/>
                </a:solidFill>
                <a:latin typeface="Berlin Sans FB Demi" panose="020E0802020502020306" pitchFamily="34" charset="0"/>
              </a:rPr>
              <a:t>Key</a:t>
            </a:r>
            <a:r>
              <a:rPr sz="4400" spc="-6" dirty="0">
                <a:solidFill>
                  <a:srgbClr val="1F1D1D"/>
                </a:solidFill>
                <a:latin typeface="Berlin Sans FB Demi" panose="020E0802020502020306" pitchFamily="34" charset="0"/>
              </a:rPr>
              <a:t> </a:t>
            </a:r>
            <a:r>
              <a:rPr sz="4400" spc="-13" dirty="0">
                <a:solidFill>
                  <a:srgbClr val="1F1D1D"/>
                </a:solidFill>
                <a:latin typeface="Berlin Sans FB Demi" panose="020E0802020502020306" pitchFamily="34" charset="0"/>
              </a:rPr>
              <a:t>Insights</a:t>
            </a:r>
            <a:endParaRPr sz="4400" dirty="0">
              <a:latin typeface="Berlin Sans FB Demi" panose="020E0802020502020306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10249" y="4464053"/>
            <a:ext cx="305594" cy="347050"/>
          </a:xfrm>
          <a:prstGeom prst="rect">
            <a:avLst/>
          </a:prstGeom>
        </p:spPr>
        <p:txBody>
          <a:bodyPr vert="horz" wrap="square" lIns="0" tIns="19844" rIns="0" bIns="0" rtlCol="0">
            <a:spAutoFit/>
          </a:bodyPr>
          <a:lstStyle/>
          <a:p>
            <a:pPr marL="15875">
              <a:spcBef>
                <a:spcPts val="156"/>
              </a:spcBef>
            </a:pPr>
            <a:r>
              <a:rPr sz="2125" spc="1494" dirty="0">
                <a:solidFill>
                  <a:srgbClr val="3B3434"/>
                </a:solidFill>
                <a:latin typeface="Arial"/>
                <a:cs typeface="Arial"/>
              </a:rPr>
              <a:t>.</a:t>
            </a:r>
            <a:endParaRPr sz="2125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56462" y="1187996"/>
            <a:ext cx="16092801" cy="724621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1750">
              <a:spcBef>
                <a:spcPts val="125"/>
              </a:spcBef>
              <a:tabLst>
                <a:tab pos="460375" algn="l"/>
              </a:tabLst>
            </a:pPr>
            <a:endParaRPr sz="3200" baseline="3086" dirty="0">
              <a:latin typeface="Century" panose="02040604050505020304" pitchFamily="18" charset="0"/>
              <a:cs typeface="Calibri"/>
            </a:endParaRPr>
          </a:p>
          <a:p>
            <a:pPr marL="457200" indent="-457200">
              <a:spcBef>
                <a:spcPts val="69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latin typeface="Century" panose="02040604050505020304" pitchFamily="18" charset="0"/>
                <a:cs typeface="Calibri"/>
              </a:rPr>
              <a:t>Intel-Core-i5-is the most common processor</a:t>
            </a:r>
            <a:br>
              <a:rPr lang="en-US" sz="3200" dirty="0">
                <a:latin typeface="Century" panose="02040604050505020304" pitchFamily="18" charset="0"/>
                <a:cs typeface="Calibri"/>
              </a:rPr>
            </a:br>
            <a:endParaRPr lang="en-US" sz="3200" dirty="0">
              <a:latin typeface="Century" panose="02040604050505020304" pitchFamily="18" charset="0"/>
              <a:cs typeface="Calibri"/>
            </a:endParaRPr>
          </a:p>
          <a:p>
            <a:pPr marL="457200" indent="-457200">
              <a:spcBef>
                <a:spcPts val="69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latin typeface="Century" panose="02040604050505020304" pitchFamily="18" charset="0"/>
                <a:cs typeface="Calibri"/>
              </a:rPr>
              <a:t>512 GB SSD is the most popular storage </a:t>
            </a:r>
            <a:r>
              <a:rPr lang="en-US" sz="3200" dirty="0" err="1">
                <a:latin typeface="Century" panose="02040604050505020304" pitchFamily="18" charset="0"/>
                <a:cs typeface="Calibri"/>
              </a:rPr>
              <a:t>option.Power</a:t>
            </a:r>
            <a:r>
              <a:rPr lang="en-US" sz="3200" dirty="0">
                <a:latin typeface="Century" panose="02040604050505020304" pitchFamily="18" charset="0"/>
                <a:cs typeface="Calibri"/>
              </a:rPr>
              <a:t> Backup and Lift availability increase rent by 10-15%.</a:t>
            </a:r>
            <a:br>
              <a:rPr lang="en-US" sz="3200" dirty="0">
                <a:latin typeface="Century" panose="02040604050505020304" pitchFamily="18" charset="0"/>
                <a:cs typeface="Calibri"/>
              </a:rPr>
            </a:br>
            <a:endParaRPr sz="3200" dirty="0">
              <a:latin typeface="Century" panose="02040604050505020304" pitchFamily="18" charset="0"/>
              <a:cs typeface="Calibri"/>
            </a:endParaRPr>
          </a:p>
          <a:p>
            <a:pPr marL="488950" indent="-457200">
              <a:buClr>
                <a:srgbClr val="3B3434"/>
              </a:buClr>
              <a:buFont typeface="Wingdings" panose="05000000000000000000" pitchFamily="2" charset="2"/>
              <a:buChar char="Ø"/>
              <a:tabLst>
                <a:tab pos="462756" algn="l"/>
              </a:tabLst>
            </a:pPr>
            <a:r>
              <a:rPr sz="3200" spc="-100" dirty="0">
                <a:latin typeface="Century" panose="02040604050505020304" pitchFamily="18" charset="0"/>
                <a:cs typeface="Calibri"/>
              </a:rPr>
              <a:t>HP,</a:t>
            </a:r>
            <a:r>
              <a:rPr sz="3200" spc="-31" dirty="0">
                <a:latin typeface="Century" panose="02040604050505020304" pitchFamily="18" charset="0"/>
                <a:cs typeface="Calibri"/>
              </a:rPr>
              <a:t> </a:t>
            </a:r>
            <a:r>
              <a:rPr sz="3200" dirty="0">
                <a:latin typeface="Century" panose="02040604050505020304" pitchFamily="18" charset="0"/>
                <a:cs typeface="Calibri"/>
              </a:rPr>
              <a:t>ASUS,</a:t>
            </a:r>
            <a:r>
              <a:rPr sz="3200" spc="-81" dirty="0">
                <a:latin typeface="Century" panose="02040604050505020304" pitchFamily="18" charset="0"/>
                <a:cs typeface="Calibri"/>
              </a:rPr>
              <a:t> </a:t>
            </a:r>
            <a:r>
              <a:rPr sz="3200" spc="-13" dirty="0">
                <a:latin typeface="Century" panose="02040604050505020304" pitchFamily="18" charset="0"/>
                <a:cs typeface="Calibri"/>
              </a:rPr>
              <a:t>Lenovo,</a:t>
            </a:r>
            <a:r>
              <a:rPr sz="3200" spc="-56" dirty="0">
                <a:latin typeface="Century" panose="02040604050505020304" pitchFamily="18" charset="0"/>
                <a:cs typeface="Calibri"/>
              </a:rPr>
              <a:t> </a:t>
            </a:r>
            <a:r>
              <a:rPr sz="3200" spc="-31" dirty="0">
                <a:latin typeface="Century" panose="02040604050505020304" pitchFamily="18" charset="0"/>
                <a:cs typeface="Calibri"/>
              </a:rPr>
              <a:t>Acer,</a:t>
            </a:r>
            <a:r>
              <a:rPr sz="3200" spc="-56" dirty="0">
                <a:latin typeface="Century" panose="02040604050505020304" pitchFamily="18" charset="0"/>
                <a:cs typeface="Calibri"/>
              </a:rPr>
              <a:t> </a:t>
            </a:r>
            <a:r>
              <a:rPr sz="3200" dirty="0">
                <a:latin typeface="Century" panose="02040604050505020304" pitchFamily="18" charset="0"/>
                <a:cs typeface="Calibri"/>
              </a:rPr>
              <a:t>and</a:t>
            </a:r>
            <a:r>
              <a:rPr sz="3200" spc="-56" dirty="0">
                <a:latin typeface="Century" panose="02040604050505020304" pitchFamily="18" charset="0"/>
                <a:cs typeface="Calibri"/>
              </a:rPr>
              <a:t> </a:t>
            </a:r>
            <a:r>
              <a:rPr sz="3200" dirty="0">
                <a:latin typeface="Century" panose="02040604050505020304" pitchFamily="18" charset="0"/>
                <a:cs typeface="Calibri"/>
              </a:rPr>
              <a:t>Dell</a:t>
            </a:r>
            <a:r>
              <a:rPr sz="3200" spc="-56" dirty="0">
                <a:latin typeface="Century" panose="02040604050505020304" pitchFamily="18" charset="0"/>
                <a:cs typeface="Calibri"/>
              </a:rPr>
              <a:t> </a:t>
            </a:r>
            <a:r>
              <a:rPr sz="3200" dirty="0">
                <a:latin typeface="Century" panose="02040604050505020304" pitchFamily="18" charset="0"/>
                <a:cs typeface="Calibri"/>
              </a:rPr>
              <a:t>have</a:t>
            </a:r>
            <a:r>
              <a:rPr sz="3200" spc="-63" dirty="0">
                <a:latin typeface="Century" panose="02040604050505020304" pitchFamily="18" charset="0"/>
                <a:cs typeface="Calibri"/>
              </a:rPr>
              <a:t> </a:t>
            </a:r>
            <a:r>
              <a:rPr sz="3200" dirty="0">
                <a:latin typeface="Century" panose="02040604050505020304" pitchFamily="18" charset="0"/>
                <a:cs typeface="Calibri"/>
              </a:rPr>
              <a:t>the</a:t>
            </a:r>
            <a:r>
              <a:rPr sz="3200" spc="-56" dirty="0">
                <a:latin typeface="Century" panose="02040604050505020304" pitchFamily="18" charset="0"/>
                <a:cs typeface="Calibri"/>
              </a:rPr>
              <a:t> </a:t>
            </a:r>
            <a:r>
              <a:rPr sz="3200" spc="-13" dirty="0">
                <a:latin typeface="Century" panose="02040604050505020304" pitchFamily="18" charset="0"/>
                <a:cs typeface="Calibri"/>
              </a:rPr>
              <a:t>largest</a:t>
            </a:r>
            <a:r>
              <a:rPr sz="3200" spc="-63" dirty="0">
                <a:latin typeface="Century" panose="02040604050505020304" pitchFamily="18" charset="0"/>
                <a:cs typeface="Calibri"/>
              </a:rPr>
              <a:t> </a:t>
            </a:r>
            <a:r>
              <a:rPr sz="3200" dirty="0">
                <a:latin typeface="Century" panose="02040604050505020304" pitchFamily="18" charset="0"/>
                <a:cs typeface="Calibri"/>
              </a:rPr>
              <a:t>product</a:t>
            </a:r>
            <a:r>
              <a:rPr sz="3200" spc="-63" dirty="0">
                <a:latin typeface="Century" panose="02040604050505020304" pitchFamily="18" charset="0"/>
                <a:cs typeface="Calibri"/>
              </a:rPr>
              <a:t> </a:t>
            </a:r>
            <a:r>
              <a:rPr sz="3200" spc="-13" dirty="0">
                <a:latin typeface="Century" panose="02040604050505020304" pitchFamily="18" charset="0"/>
                <a:cs typeface="Calibri"/>
              </a:rPr>
              <a:t>ranges.</a:t>
            </a:r>
            <a:endParaRPr sz="3200" dirty="0">
              <a:latin typeface="Century" panose="02040604050505020304" pitchFamily="18" charset="0"/>
              <a:cs typeface="Calibri"/>
            </a:endParaRPr>
          </a:p>
          <a:p>
            <a:pPr marL="496094" indent="-457200">
              <a:spcBef>
                <a:spcPts val="1300"/>
              </a:spcBef>
              <a:buFont typeface="Wingdings" panose="05000000000000000000" pitchFamily="2" charset="2"/>
              <a:buChar char="Ø"/>
              <a:tabLst>
                <a:tab pos="460375" algn="l"/>
              </a:tabLst>
            </a:pPr>
            <a:r>
              <a:rPr sz="3200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Premium</a:t>
            </a:r>
            <a:r>
              <a:rPr sz="3200" spc="-44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 </a:t>
            </a:r>
            <a:r>
              <a:rPr sz="3200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laptops</a:t>
            </a:r>
            <a:r>
              <a:rPr sz="3200" spc="-44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 </a:t>
            </a:r>
            <a:r>
              <a:rPr sz="3200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mostly</a:t>
            </a:r>
            <a:r>
              <a:rPr sz="3200" spc="-44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 </a:t>
            </a:r>
            <a:r>
              <a:rPr sz="3200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feature</a:t>
            </a:r>
            <a:r>
              <a:rPr sz="3200" spc="-38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 </a:t>
            </a:r>
            <a:r>
              <a:rPr sz="3200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Intel</a:t>
            </a:r>
            <a:r>
              <a:rPr sz="3200" spc="-38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 </a:t>
            </a:r>
            <a:r>
              <a:rPr sz="3200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Core</a:t>
            </a:r>
            <a:r>
              <a:rPr sz="3200" spc="-44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 </a:t>
            </a:r>
            <a:r>
              <a:rPr sz="3200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7</a:t>
            </a:r>
            <a:r>
              <a:rPr sz="3200" spc="-44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 </a:t>
            </a:r>
            <a:r>
              <a:rPr sz="3200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or</a:t>
            </a:r>
            <a:r>
              <a:rPr sz="3200" spc="-38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 </a:t>
            </a:r>
            <a:r>
              <a:rPr sz="3200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i7</a:t>
            </a:r>
            <a:r>
              <a:rPr sz="3200" spc="-44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 </a:t>
            </a:r>
            <a:r>
              <a:rPr sz="3200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processors</a:t>
            </a:r>
            <a:r>
              <a:rPr sz="3200" spc="-44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 </a:t>
            </a:r>
            <a:r>
              <a:rPr sz="3200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with</a:t>
            </a:r>
            <a:r>
              <a:rPr sz="3200" spc="-44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 </a:t>
            </a:r>
            <a:r>
              <a:rPr sz="3200" spc="-13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16–</a:t>
            </a:r>
            <a:r>
              <a:rPr sz="3200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32</a:t>
            </a:r>
            <a:r>
              <a:rPr sz="3200" spc="-38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 </a:t>
            </a:r>
            <a:r>
              <a:rPr sz="3200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GB</a:t>
            </a:r>
            <a:r>
              <a:rPr sz="3200" spc="-44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 </a:t>
            </a:r>
            <a:r>
              <a:rPr sz="3200" spc="-25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RAM.</a:t>
            </a:r>
            <a:endParaRPr sz="3200" dirty="0">
              <a:latin typeface="Century" panose="02040604050505020304" pitchFamily="18" charset="0"/>
              <a:cs typeface="Calibri"/>
            </a:endParaRPr>
          </a:p>
          <a:p>
            <a:pPr marL="496094" indent="-457200">
              <a:spcBef>
                <a:spcPts val="2381"/>
              </a:spcBef>
              <a:buClr>
                <a:srgbClr val="3B3434"/>
              </a:buClr>
              <a:buFont typeface="Wingdings" panose="05000000000000000000" pitchFamily="2" charset="2"/>
              <a:buChar char="Ø"/>
              <a:tabLst>
                <a:tab pos="461963" algn="l"/>
              </a:tabLst>
            </a:pPr>
            <a:r>
              <a:rPr sz="3200" spc="-13" dirty="0">
                <a:latin typeface="Century" panose="02040604050505020304" pitchFamily="18" charset="0"/>
                <a:cs typeface="Calibri"/>
              </a:rPr>
              <a:t>Discounts</a:t>
            </a:r>
            <a:r>
              <a:rPr sz="3200" spc="-56" dirty="0">
                <a:latin typeface="Century" panose="02040604050505020304" pitchFamily="18" charset="0"/>
                <a:cs typeface="Calibri"/>
              </a:rPr>
              <a:t> </a:t>
            </a:r>
            <a:r>
              <a:rPr sz="3200" dirty="0">
                <a:latin typeface="Century" panose="02040604050505020304" pitchFamily="18" charset="0"/>
                <a:cs typeface="Calibri"/>
              </a:rPr>
              <a:t>vary</a:t>
            </a:r>
            <a:r>
              <a:rPr sz="3200" spc="-50" dirty="0">
                <a:latin typeface="Century" panose="02040604050505020304" pitchFamily="18" charset="0"/>
                <a:cs typeface="Calibri"/>
              </a:rPr>
              <a:t> </a:t>
            </a:r>
            <a:r>
              <a:rPr sz="3200" spc="-13" dirty="0">
                <a:latin typeface="Century" panose="02040604050505020304" pitchFamily="18" charset="0"/>
                <a:cs typeface="Calibri"/>
              </a:rPr>
              <a:t>significantly</a:t>
            </a:r>
            <a:r>
              <a:rPr sz="3200" spc="-50" dirty="0">
                <a:latin typeface="Century" panose="02040604050505020304" pitchFamily="18" charset="0"/>
                <a:cs typeface="Calibri"/>
              </a:rPr>
              <a:t> </a:t>
            </a:r>
            <a:r>
              <a:rPr sz="3200" dirty="0">
                <a:latin typeface="Century" panose="02040604050505020304" pitchFamily="18" charset="0"/>
                <a:cs typeface="Calibri"/>
              </a:rPr>
              <a:t>across</a:t>
            </a:r>
            <a:r>
              <a:rPr sz="3200" spc="-56" dirty="0">
                <a:latin typeface="Century" panose="02040604050505020304" pitchFamily="18" charset="0"/>
                <a:cs typeface="Calibri"/>
              </a:rPr>
              <a:t> </a:t>
            </a:r>
            <a:r>
              <a:rPr sz="3200" dirty="0">
                <a:latin typeface="Century" panose="02040604050505020304" pitchFamily="18" charset="0"/>
                <a:cs typeface="Calibri"/>
              </a:rPr>
              <a:t>brands</a:t>
            </a:r>
            <a:r>
              <a:rPr sz="3200" spc="-50" dirty="0">
                <a:latin typeface="Century" panose="02040604050505020304" pitchFamily="18" charset="0"/>
                <a:cs typeface="Calibri"/>
              </a:rPr>
              <a:t> </a:t>
            </a:r>
            <a:r>
              <a:rPr sz="3200" dirty="0">
                <a:latin typeface="Century" panose="02040604050505020304" pitchFamily="18" charset="0"/>
                <a:cs typeface="Calibri"/>
              </a:rPr>
              <a:t>and</a:t>
            </a:r>
            <a:r>
              <a:rPr sz="3200" spc="-50" dirty="0">
                <a:latin typeface="Century" panose="02040604050505020304" pitchFamily="18" charset="0"/>
                <a:cs typeface="Calibri"/>
              </a:rPr>
              <a:t> </a:t>
            </a:r>
            <a:r>
              <a:rPr sz="3200" spc="-13" dirty="0">
                <a:latin typeface="Century" panose="02040604050505020304" pitchFamily="18" charset="0"/>
                <a:cs typeface="Calibri"/>
              </a:rPr>
              <a:t>models.</a:t>
            </a:r>
            <a:endParaRPr sz="3200" dirty="0">
              <a:latin typeface="Century" panose="02040604050505020304" pitchFamily="18" charset="0"/>
              <a:cs typeface="Calibri"/>
            </a:endParaRPr>
          </a:p>
          <a:p>
            <a:pPr marL="457200" indent="-457200">
              <a:spcBef>
                <a:spcPts val="19"/>
              </a:spcBef>
              <a:buFont typeface="Wingdings" panose="05000000000000000000" pitchFamily="2" charset="2"/>
              <a:buChar char="Ø"/>
            </a:pPr>
            <a:endParaRPr sz="3200" dirty="0">
              <a:latin typeface="Century" panose="02040604050505020304" pitchFamily="18" charset="0"/>
              <a:cs typeface="Calibri"/>
            </a:endParaRPr>
          </a:p>
          <a:p>
            <a:pPr marL="496094" indent="-457200">
              <a:buFont typeface="Wingdings" panose="05000000000000000000" pitchFamily="2" charset="2"/>
              <a:buChar char="Ø"/>
              <a:tabLst>
                <a:tab pos="460375" algn="l"/>
              </a:tabLst>
            </a:pPr>
            <a:r>
              <a:rPr sz="3200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Higher</a:t>
            </a:r>
            <a:r>
              <a:rPr sz="3200" spc="-69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 </a:t>
            </a:r>
            <a:r>
              <a:rPr sz="3200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RAM</a:t>
            </a:r>
            <a:r>
              <a:rPr sz="3200" spc="-63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 </a:t>
            </a:r>
            <a:r>
              <a:rPr sz="3200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and</a:t>
            </a:r>
            <a:r>
              <a:rPr sz="3200" spc="-63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 </a:t>
            </a:r>
            <a:r>
              <a:rPr sz="3200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SSD</a:t>
            </a:r>
            <a:r>
              <a:rPr sz="3200" spc="-63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 </a:t>
            </a:r>
            <a:r>
              <a:rPr sz="3200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capacities</a:t>
            </a:r>
            <a:r>
              <a:rPr sz="3200" spc="-63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 </a:t>
            </a:r>
            <a:r>
              <a:rPr sz="3200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are</a:t>
            </a:r>
            <a:r>
              <a:rPr sz="3200" spc="-63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 </a:t>
            </a:r>
            <a:r>
              <a:rPr sz="3200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generally</a:t>
            </a:r>
            <a:r>
              <a:rPr sz="3200" spc="-63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 </a:t>
            </a:r>
            <a:r>
              <a:rPr sz="3200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associated</a:t>
            </a:r>
            <a:r>
              <a:rPr sz="3200" spc="-63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 </a:t>
            </a:r>
            <a:r>
              <a:rPr sz="3200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with</a:t>
            </a:r>
            <a:r>
              <a:rPr sz="3200" spc="-63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 </a:t>
            </a:r>
            <a:r>
              <a:rPr sz="3200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higher</a:t>
            </a:r>
            <a:r>
              <a:rPr sz="3200" spc="-63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 </a:t>
            </a:r>
            <a:r>
              <a:rPr sz="3200" spc="-13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  <a:t>prices.</a:t>
            </a:r>
            <a:br>
              <a:rPr lang="en-IN" sz="3200" spc="-13" dirty="0">
                <a:solidFill>
                  <a:srgbClr val="3B3434"/>
                </a:solidFill>
                <a:latin typeface="Century" panose="02040604050505020304" pitchFamily="18" charset="0"/>
                <a:cs typeface="Calibri"/>
              </a:rPr>
            </a:br>
            <a:endParaRPr lang="en-IN" sz="3200" dirty="0">
              <a:solidFill>
                <a:srgbClr val="3B3434"/>
              </a:solidFill>
              <a:latin typeface="Century" panose="02040604050505020304" pitchFamily="18" charset="0"/>
              <a:cs typeface="Calibri"/>
            </a:endParaRPr>
          </a:p>
          <a:p>
            <a:pPr marL="496094" indent="-457200">
              <a:buFont typeface="Wingdings" panose="05000000000000000000" pitchFamily="2" charset="2"/>
              <a:buChar char="Ø"/>
              <a:tabLst>
                <a:tab pos="460375" algn="l"/>
              </a:tabLst>
            </a:pPr>
            <a:r>
              <a:rPr sz="3200" spc="-31" dirty="0">
                <a:latin typeface="Century" panose="02040604050505020304" pitchFamily="18" charset="0"/>
                <a:cs typeface="Calibri"/>
              </a:rPr>
              <a:t>Higher-</a:t>
            </a:r>
            <a:r>
              <a:rPr sz="3200" dirty="0">
                <a:latin typeface="Century" panose="02040604050505020304" pitchFamily="18" charset="0"/>
                <a:cs typeface="Calibri"/>
              </a:rPr>
              <a:t>Priced</a:t>
            </a:r>
            <a:r>
              <a:rPr sz="3200" spc="-56" dirty="0">
                <a:latin typeface="Century" panose="02040604050505020304" pitchFamily="18" charset="0"/>
                <a:cs typeface="Calibri"/>
              </a:rPr>
              <a:t> </a:t>
            </a:r>
            <a:r>
              <a:rPr sz="3200" dirty="0">
                <a:latin typeface="Century" panose="02040604050505020304" pitchFamily="18" charset="0"/>
                <a:cs typeface="Calibri"/>
              </a:rPr>
              <a:t>laptops</a:t>
            </a:r>
            <a:r>
              <a:rPr sz="3200" spc="413" dirty="0">
                <a:latin typeface="Century" panose="02040604050505020304" pitchFamily="18" charset="0"/>
                <a:cs typeface="Calibri"/>
              </a:rPr>
              <a:t> </a:t>
            </a:r>
            <a:r>
              <a:rPr sz="3200" dirty="0">
                <a:latin typeface="Century" panose="02040604050505020304" pitchFamily="18" charset="0"/>
                <a:cs typeface="Calibri"/>
              </a:rPr>
              <a:t>do</a:t>
            </a:r>
            <a:r>
              <a:rPr sz="3200" spc="-56" dirty="0">
                <a:latin typeface="Century" panose="02040604050505020304" pitchFamily="18" charset="0"/>
                <a:cs typeface="Calibri"/>
              </a:rPr>
              <a:t> </a:t>
            </a:r>
            <a:r>
              <a:rPr sz="3200" dirty="0">
                <a:latin typeface="Century" panose="02040604050505020304" pitchFamily="18" charset="0"/>
                <a:cs typeface="Calibri"/>
              </a:rPr>
              <a:t>not</a:t>
            </a:r>
            <a:r>
              <a:rPr sz="3200" spc="-56" dirty="0">
                <a:latin typeface="Century" panose="02040604050505020304" pitchFamily="18" charset="0"/>
                <a:cs typeface="Calibri"/>
              </a:rPr>
              <a:t> </a:t>
            </a:r>
            <a:r>
              <a:rPr sz="3200" dirty="0">
                <a:latin typeface="Century" panose="02040604050505020304" pitchFamily="18" charset="0"/>
                <a:cs typeface="Calibri"/>
              </a:rPr>
              <a:t>always</a:t>
            </a:r>
            <a:r>
              <a:rPr sz="3200" spc="-56" dirty="0">
                <a:latin typeface="Century" panose="02040604050505020304" pitchFamily="18" charset="0"/>
                <a:cs typeface="Calibri"/>
              </a:rPr>
              <a:t> </a:t>
            </a:r>
            <a:r>
              <a:rPr sz="3200" spc="-13" dirty="0">
                <a:latin typeface="Century" panose="02040604050505020304" pitchFamily="18" charset="0"/>
                <a:cs typeface="Calibri"/>
              </a:rPr>
              <a:t>receive</a:t>
            </a:r>
            <a:r>
              <a:rPr sz="3200" spc="-56" dirty="0">
                <a:latin typeface="Century" panose="02040604050505020304" pitchFamily="18" charset="0"/>
                <a:cs typeface="Calibri"/>
              </a:rPr>
              <a:t> </a:t>
            </a:r>
            <a:r>
              <a:rPr sz="3200" dirty="0">
                <a:latin typeface="Century" panose="02040604050505020304" pitchFamily="18" charset="0"/>
                <a:cs typeface="Calibri"/>
              </a:rPr>
              <a:t>higher</a:t>
            </a:r>
            <a:r>
              <a:rPr sz="3200" spc="-50" dirty="0">
                <a:latin typeface="Century" panose="02040604050505020304" pitchFamily="18" charset="0"/>
                <a:cs typeface="Calibri"/>
              </a:rPr>
              <a:t> </a:t>
            </a:r>
            <a:r>
              <a:rPr sz="3200" spc="-13" dirty="0">
                <a:latin typeface="Century" panose="02040604050505020304" pitchFamily="18" charset="0"/>
                <a:cs typeface="Calibri"/>
              </a:rPr>
              <a:t>ratings,</a:t>
            </a:r>
            <a:r>
              <a:rPr sz="3200" spc="-50" dirty="0">
                <a:latin typeface="Century" panose="02040604050505020304" pitchFamily="18" charset="0"/>
                <a:cs typeface="Calibri"/>
              </a:rPr>
              <a:t> </a:t>
            </a:r>
            <a:r>
              <a:rPr sz="3200" dirty="0">
                <a:latin typeface="Century" panose="02040604050505020304" pitchFamily="18" charset="0"/>
                <a:cs typeface="Calibri"/>
              </a:rPr>
              <a:t>showing</a:t>
            </a:r>
            <a:r>
              <a:rPr sz="3200" spc="-56" dirty="0">
                <a:latin typeface="Century" panose="02040604050505020304" pitchFamily="18" charset="0"/>
                <a:cs typeface="Calibri"/>
              </a:rPr>
              <a:t> </a:t>
            </a:r>
            <a:r>
              <a:rPr sz="3200" dirty="0">
                <a:latin typeface="Century" panose="02040604050505020304" pitchFamily="18" charset="0"/>
                <a:cs typeface="Calibri"/>
              </a:rPr>
              <a:t>that</a:t>
            </a:r>
            <a:r>
              <a:rPr sz="3200" spc="-56" dirty="0">
                <a:latin typeface="Century" panose="02040604050505020304" pitchFamily="18" charset="0"/>
                <a:cs typeface="Calibri"/>
              </a:rPr>
              <a:t> </a:t>
            </a:r>
            <a:r>
              <a:rPr sz="3200" dirty="0">
                <a:latin typeface="Century" panose="02040604050505020304" pitchFamily="18" charset="0"/>
                <a:cs typeface="Calibri"/>
              </a:rPr>
              <a:t>price</a:t>
            </a:r>
            <a:r>
              <a:rPr sz="3200" spc="-56" dirty="0">
                <a:latin typeface="Century" panose="02040604050505020304" pitchFamily="18" charset="0"/>
                <a:cs typeface="Calibri"/>
              </a:rPr>
              <a:t> </a:t>
            </a:r>
            <a:r>
              <a:rPr sz="3200" dirty="0">
                <a:latin typeface="Century" panose="02040604050505020304" pitchFamily="18" charset="0"/>
                <a:cs typeface="Calibri"/>
              </a:rPr>
              <a:t>does</a:t>
            </a:r>
            <a:r>
              <a:rPr sz="3200" spc="-56" dirty="0">
                <a:latin typeface="Century" panose="02040604050505020304" pitchFamily="18" charset="0"/>
                <a:cs typeface="Calibri"/>
              </a:rPr>
              <a:t> </a:t>
            </a:r>
            <a:r>
              <a:rPr sz="3200" dirty="0">
                <a:latin typeface="Century" panose="02040604050505020304" pitchFamily="18" charset="0"/>
                <a:cs typeface="Calibri"/>
              </a:rPr>
              <a:t>not</a:t>
            </a:r>
            <a:r>
              <a:rPr sz="3200" spc="-56" dirty="0">
                <a:latin typeface="Century" panose="02040604050505020304" pitchFamily="18" charset="0"/>
                <a:cs typeface="Calibri"/>
              </a:rPr>
              <a:t> </a:t>
            </a:r>
            <a:r>
              <a:rPr sz="3200" spc="-13" dirty="0">
                <a:latin typeface="Century" panose="02040604050505020304" pitchFamily="18" charset="0"/>
                <a:cs typeface="Calibri"/>
              </a:rPr>
              <a:t>determine</a:t>
            </a:r>
            <a:r>
              <a:rPr sz="3200" spc="-56" dirty="0">
                <a:latin typeface="Century" panose="02040604050505020304" pitchFamily="18" charset="0"/>
                <a:cs typeface="Calibri"/>
              </a:rPr>
              <a:t> </a:t>
            </a:r>
            <a:r>
              <a:rPr sz="3200" dirty="0">
                <a:latin typeface="Century" panose="02040604050505020304" pitchFamily="18" charset="0"/>
                <a:cs typeface="Calibri"/>
              </a:rPr>
              <a:t>customer</a:t>
            </a:r>
            <a:r>
              <a:rPr sz="3200" spc="-56" dirty="0">
                <a:latin typeface="Century" panose="02040604050505020304" pitchFamily="18" charset="0"/>
                <a:cs typeface="Calibri"/>
              </a:rPr>
              <a:t> </a:t>
            </a:r>
            <a:r>
              <a:rPr sz="3200" spc="-13" dirty="0">
                <a:latin typeface="Century" panose="02040604050505020304" pitchFamily="18" charset="0"/>
                <a:cs typeface="Calibri"/>
              </a:rPr>
              <a:t>statisfaction.</a:t>
            </a:r>
            <a:endParaRPr sz="3200" dirty="0">
              <a:latin typeface="Century" panose="02040604050505020304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9DCA05E3-A927-FC50-365E-FA5596B272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762000" y="2552700"/>
            <a:ext cx="9601200" cy="48006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16927F7-269A-DBB1-5A09-D815DDBAB2FC}"/>
              </a:ext>
            </a:extLst>
          </p:cNvPr>
          <p:cNvSpPr txBox="1"/>
          <p:nvPr/>
        </p:nvSpPr>
        <p:spPr>
          <a:xfrm>
            <a:off x="8153400" y="2247900"/>
            <a:ext cx="9525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4000" dirty="0"/>
              <a:t>By applying web scraping, data preprocessing, and exploratory data analysis, this project transformed raw e-commerce data into meaningful insights. The analysis highlighted market trends, popular laptop configurations, and pricing patterns, making it useful for comparing products and understanding customer preferences.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79985" y="2081224"/>
            <a:ext cx="6132830" cy="6121400"/>
          </a:xfrm>
          <a:custGeom>
            <a:avLst/>
            <a:gdLst/>
            <a:ahLst/>
            <a:cxnLst/>
            <a:rect l="l" t="t" r="r" b="b"/>
            <a:pathLst>
              <a:path w="6132830" h="6121400">
                <a:moveTo>
                  <a:pt x="2697861" y="3809161"/>
                </a:moveTo>
                <a:lnTo>
                  <a:pt x="2695956" y="3758019"/>
                </a:lnTo>
                <a:lnTo>
                  <a:pt x="2690355" y="3708400"/>
                </a:lnTo>
                <a:lnTo>
                  <a:pt x="2681236" y="3660406"/>
                </a:lnTo>
                <a:lnTo>
                  <a:pt x="2668765" y="3614102"/>
                </a:lnTo>
                <a:lnTo>
                  <a:pt x="2653119" y="3569589"/>
                </a:lnTo>
                <a:lnTo>
                  <a:pt x="2634462" y="3526942"/>
                </a:lnTo>
                <a:lnTo>
                  <a:pt x="2612987" y="3486239"/>
                </a:lnTo>
                <a:lnTo>
                  <a:pt x="2588869" y="3447567"/>
                </a:lnTo>
                <a:lnTo>
                  <a:pt x="2562263" y="3411004"/>
                </a:lnTo>
                <a:lnTo>
                  <a:pt x="2533345" y="3376638"/>
                </a:lnTo>
                <a:lnTo>
                  <a:pt x="2506878" y="3349282"/>
                </a:lnTo>
                <a:lnTo>
                  <a:pt x="2502306" y="3344545"/>
                </a:lnTo>
                <a:lnTo>
                  <a:pt x="2493962" y="3337039"/>
                </a:lnTo>
                <a:lnTo>
                  <a:pt x="2493962" y="3809161"/>
                </a:lnTo>
                <a:lnTo>
                  <a:pt x="2491282" y="3862768"/>
                </a:lnTo>
                <a:lnTo>
                  <a:pt x="2483332" y="3915003"/>
                </a:lnTo>
                <a:lnTo>
                  <a:pt x="2470518" y="3963619"/>
                </a:lnTo>
                <a:lnTo>
                  <a:pt x="2453132" y="4009225"/>
                </a:lnTo>
                <a:lnTo>
                  <a:pt x="2431478" y="4051668"/>
                </a:lnTo>
                <a:lnTo>
                  <a:pt x="2405888" y="4090822"/>
                </a:lnTo>
                <a:lnTo>
                  <a:pt x="2376665" y="4126573"/>
                </a:lnTo>
                <a:lnTo>
                  <a:pt x="2219668" y="3966070"/>
                </a:lnTo>
                <a:lnTo>
                  <a:pt x="2207857" y="3955275"/>
                </a:lnTo>
                <a:lnTo>
                  <a:pt x="2194179" y="3947363"/>
                </a:lnTo>
                <a:lnTo>
                  <a:pt x="2178812" y="3942486"/>
                </a:lnTo>
                <a:lnTo>
                  <a:pt x="2161921" y="3940822"/>
                </a:lnTo>
                <a:lnTo>
                  <a:pt x="2130475" y="3947363"/>
                </a:lnTo>
                <a:lnTo>
                  <a:pt x="2130285" y="3947363"/>
                </a:lnTo>
                <a:lnTo>
                  <a:pt x="2104402" y="3965168"/>
                </a:lnTo>
                <a:lnTo>
                  <a:pt x="2087067" y="3991038"/>
                </a:lnTo>
                <a:lnTo>
                  <a:pt x="2080717" y="4021975"/>
                </a:lnTo>
                <a:lnTo>
                  <a:pt x="2082609" y="4037812"/>
                </a:lnTo>
                <a:lnTo>
                  <a:pt x="2087714" y="4052633"/>
                </a:lnTo>
                <a:lnTo>
                  <a:pt x="2095182" y="4066108"/>
                </a:lnTo>
                <a:lnTo>
                  <a:pt x="2104186" y="4077881"/>
                </a:lnTo>
                <a:lnTo>
                  <a:pt x="2248547" y="4225772"/>
                </a:lnTo>
                <a:lnTo>
                  <a:pt x="2205913" y="4243667"/>
                </a:lnTo>
                <a:lnTo>
                  <a:pt x="2161921" y="4256659"/>
                </a:lnTo>
                <a:lnTo>
                  <a:pt x="2116582" y="4264571"/>
                </a:lnTo>
                <a:lnTo>
                  <a:pt x="2069896" y="4267251"/>
                </a:lnTo>
                <a:lnTo>
                  <a:pt x="2026132" y="4264825"/>
                </a:lnTo>
                <a:lnTo>
                  <a:pt x="1983143" y="4257662"/>
                </a:lnTo>
                <a:lnTo>
                  <a:pt x="1941258" y="4245927"/>
                </a:lnTo>
                <a:lnTo>
                  <a:pt x="1900796" y="4229786"/>
                </a:lnTo>
                <a:lnTo>
                  <a:pt x="1862112" y="4209402"/>
                </a:lnTo>
                <a:lnTo>
                  <a:pt x="1825523" y="4184954"/>
                </a:lnTo>
                <a:lnTo>
                  <a:pt x="1791373" y="4156595"/>
                </a:lnTo>
                <a:lnTo>
                  <a:pt x="1759978" y="4124502"/>
                </a:lnTo>
                <a:lnTo>
                  <a:pt x="1731695" y="4088841"/>
                </a:lnTo>
                <a:lnTo>
                  <a:pt x="1706854" y="4049763"/>
                </a:lnTo>
                <a:lnTo>
                  <a:pt x="1685772" y="4007459"/>
                </a:lnTo>
                <a:lnTo>
                  <a:pt x="1668805" y="3962069"/>
                </a:lnTo>
                <a:lnTo>
                  <a:pt x="1656270" y="3913784"/>
                </a:lnTo>
                <a:lnTo>
                  <a:pt x="1648498" y="3862768"/>
                </a:lnTo>
                <a:lnTo>
                  <a:pt x="1645831" y="3809161"/>
                </a:lnTo>
                <a:lnTo>
                  <a:pt x="1648498" y="3755555"/>
                </a:lnTo>
                <a:lnTo>
                  <a:pt x="1656270" y="3704463"/>
                </a:lnTo>
                <a:lnTo>
                  <a:pt x="1668805" y="3656076"/>
                </a:lnTo>
                <a:lnTo>
                  <a:pt x="1685772" y="3610559"/>
                </a:lnTo>
                <a:lnTo>
                  <a:pt x="1706854" y="3568103"/>
                </a:lnTo>
                <a:lnTo>
                  <a:pt x="1731695" y="3528860"/>
                </a:lnTo>
                <a:lnTo>
                  <a:pt x="1759978" y="3493020"/>
                </a:lnTo>
                <a:lnTo>
                  <a:pt x="1791373" y="3460750"/>
                </a:lnTo>
                <a:lnTo>
                  <a:pt x="1825523" y="3432213"/>
                </a:lnTo>
                <a:lnTo>
                  <a:pt x="1862112" y="3407600"/>
                </a:lnTo>
                <a:lnTo>
                  <a:pt x="1900796" y="3387064"/>
                </a:lnTo>
                <a:lnTo>
                  <a:pt x="1941258" y="3370796"/>
                </a:lnTo>
                <a:lnTo>
                  <a:pt x="1983143" y="3358959"/>
                </a:lnTo>
                <a:lnTo>
                  <a:pt x="2026132" y="3351733"/>
                </a:lnTo>
                <a:lnTo>
                  <a:pt x="2069896" y="3349282"/>
                </a:lnTo>
                <a:lnTo>
                  <a:pt x="2113965" y="3351733"/>
                </a:lnTo>
                <a:lnTo>
                  <a:pt x="2157184" y="3358959"/>
                </a:lnTo>
                <a:lnTo>
                  <a:pt x="2199233" y="3370796"/>
                </a:lnTo>
                <a:lnTo>
                  <a:pt x="2239772" y="3387064"/>
                </a:lnTo>
                <a:lnTo>
                  <a:pt x="2278481" y="3407600"/>
                </a:lnTo>
                <a:lnTo>
                  <a:pt x="2315045" y="3432213"/>
                </a:lnTo>
                <a:lnTo>
                  <a:pt x="2349144" y="3460750"/>
                </a:lnTo>
                <a:lnTo>
                  <a:pt x="2380437" y="3493020"/>
                </a:lnTo>
                <a:lnTo>
                  <a:pt x="2408605" y="3528860"/>
                </a:lnTo>
                <a:lnTo>
                  <a:pt x="2433332" y="3568103"/>
                </a:lnTo>
                <a:lnTo>
                  <a:pt x="2454300" y="3610559"/>
                </a:lnTo>
                <a:lnTo>
                  <a:pt x="2471166" y="3656076"/>
                </a:lnTo>
                <a:lnTo>
                  <a:pt x="2483612" y="3704463"/>
                </a:lnTo>
                <a:lnTo>
                  <a:pt x="2491321" y="3755555"/>
                </a:lnTo>
                <a:lnTo>
                  <a:pt x="2491435" y="3758019"/>
                </a:lnTo>
                <a:lnTo>
                  <a:pt x="2493962" y="3809161"/>
                </a:lnTo>
                <a:lnTo>
                  <a:pt x="2493962" y="3337039"/>
                </a:lnTo>
                <a:lnTo>
                  <a:pt x="2469299" y="3314814"/>
                </a:lnTo>
                <a:lnTo>
                  <a:pt x="2434513" y="3287522"/>
                </a:lnTo>
                <a:lnTo>
                  <a:pt x="2398128" y="3262757"/>
                </a:lnTo>
                <a:lnTo>
                  <a:pt x="2360295" y="3240595"/>
                </a:lnTo>
                <a:lnTo>
                  <a:pt x="2321204" y="3221126"/>
                </a:lnTo>
                <a:lnTo>
                  <a:pt x="2281021" y="3204413"/>
                </a:lnTo>
                <a:lnTo>
                  <a:pt x="2239937" y="3190570"/>
                </a:lnTo>
                <a:lnTo>
                  <a:pt x="2198103" y="3179648"/>
                </a:lnTo>
                <a:lnTo>
                  <a:pt x="2155698" y="3171748"/>
                </a:lnTo>
                <a:lnTo>
                  <a:pt x="2112911" y="3166948"/>
                </a:lnTo>
                <a:lnTo>
                  <a:pt x="2069896" y="3165335"/>
                </a:lnTo>
                <a:lnTo>
                  <a:pt x="2026881" y="3166948"/>
                </a:lnTo>
                <a:lnTo>
                  <a:pt x="1984095" y="3171748"/>
                </a:lnTo>
                <a:lnTo>
                  <a:pt x="1941690" y="3179648"/>
                </a:lnTo>
                <a:lnTo>
                  <a:pt x="1899856" y="3190570"/>
                </a:lnTo>
                <a:lnTo>
                  <a:pt x="1858759" y="3204413"/>
                </a:lnTo>
                <a:lnTo>
                  <a:pt x="1818589" y="3221126"/>
                </a:lnTo>
                <a:lnTo>
                  <a:pt x="1779498" y="3240595"/>
                </a:lnTo>
                <a:lnTo>
                  <a:pt x="1741665" y="3262757"/>
                </a:lnTo>
                <a:lnTo>
                  <a:pt x="1705267" y="3287522"/>
                </a:lnTo>
                <a:lnTo>
                  <a:pt x="1670494" y="3314814"/>
                </a:lnTo>
                <a:lnTo>
                  <a:pt x="1637487" y="3344545"/>
                </a:lnTo>
                <a:lnTo>
                  <a:pt x="1606448" y="3376638"/>
                </a:lnTo>
                <a:lnTo>
                  <a:pt x="1577530" y="3411004"/>
                </a:lnTo>
                <a:lnTo>
                  <a:pt x="1550924" y="3447567"/>
                </a:lnTo>
                <a:lnTo>
                  <a:pt x="1526794" y="3486239"/>
                </a:lnTo>
                <a:lnTo>
                  <a:pt x="1505318" y="3526942"/>
                </a:lnTo>
                <a:lnTo>
                  <a:pt x="1486674" y="3569589"/>
                </a:lnTo>
                <a:lnTo>
                  <a:pt x="1471028" y="3614102"/>
                </a:lnTo>
                <a:lnTo>
                  <a:pt x="1458556" y="3660406"/>
                </a:lnTo>
                <a:lnTo>
                  <a:pt x="1449425" y="3708400"/>
                </a:lnTo>
                <a:lnTo>
                  <a:pt x="1443824" y="3758019"/>
                </a:lnTo>
                <a:lnTo>
                  <a:pt x="1441919" y="3809161"/>
                </a:lnTo>
                <a:lnTo>
                  <a:pt x="1443824" y="3860317"/>
                </a:lnTo>
                <a:lnTo>
                  <a:pt x="1449425" y="3909936"/>
                </a:lnTo>
                <a:lnTo>
                  <a:pt x="1458556" y="3957929"/>
                </a:lnTo>
                <a:lnTo>
                  <a:pt x="1471028" y="4004221"/>
                </a:lnTo>
                <a:lnTo>
                  <a:pt x="1486674" y="4048734"/>
                </a:lnTo>
                <a:lnTo>
                  <a:pt x="1505318" y="4091394"/>
                </a:lnTo>
                <a:lnTo>
                  <a:pt x="1526794" y="4132097"/>
                </a:lnTo>
                <a:lnTo>
                  <a:pt x="1550924" y="4170769"/>
                </a:lnTo>
                <a:lnTo>
                  <a:pt x="1577530" y="4207332"/>
                </a:lnTo>
                <a:lnTo>
                  <a:pt x="1606448" y="4241698"/>
                </a:lnTo>
                <a:lnTo>
                  <a:pt x="1637487" y="4273791"/>
                </a:lnTo>
                <a:lnTo>
                  <a:pt x="1670494" y="4303522"/>
                </a:lnTo>
                <a:lnTo>
                  <a:pt x="1705267" y="4330814"/>
                </a:lnTo>
                <a:lnTo>
                  <a:pt x="1741665" y="4355579"/>
                </a:lnTo>
                <a:lnTo>
                  <a:pt x="1779498" y="4377741"/>
                </a:lnTo>
                <a:lnTo>
                  <a:pt x="1818589" y="4397210"/>
                </a:lnTo>
                <a:lnTo>
                  <a:pt x="1858759" y="4413923"/>
                </a:lnTo>
                <a:lnTo>
                  <a:pt x="1899856" y="4427766"/>
                </a:lnTo>
                <a:lnTo>
                  <a:pt x="1941690" y="4438688"/>
                </a:lnTo>
                <a:lnTo>
                  <a:pt x="1984095" y="4446587"/>
                </a:lnTo>
                <a:lnTo>
                  <a:pt x="2026881" y="4451388"/>
                </a:lnTo>
                <a:lnTo>
                  <a:pt x="2069896" y="4453001"/>
                </a:lnTo>
                <a:lnTo>
                  <a:pt x="2116925" y="4451045"/>
                </a:lnTo>
                <a:lnTo>
                  <a:pt x="2163546" y="4445266"/>
                </a:lnTo>
                <a:lnTo>
                  <a:pt x="2209571" y="4435830"/>
                </a:lnTo>
                <a:lnTo>
                  <a:pt x="2254808" y="4422889"/>
                </a:lnTo>
                <a:lnTo>
                  <a:pt x="2299068" y="4406608"/>
                </a:lnTo>
                <a:lnTo>
                  <a:pt x="2342146" y="4387139"/>
                </a:lnTo>
                <a:lnTo>
                  <a:pt x="2383879" y="4364634"/>
                </a:lnTo>
                <a:lnTo>
                  <a:pt x="2452459" y="4433163"/>
                </a:lnTo>
                <a:lnTo>
                  <a:pt x="2463482" y="4443958"/>
                </a:lnTo>
                <a:lnTo>
                  <a:pt x="2477033" y="4451883"/>
                </a:lnTo>
                <a:lnTo>
                  <a:pt x="2492298" y="4456747"/>
                </a:lnTo>
                <a:lnTo>
                  <a:pt x="2508389" y="4458411"/>
                </a:lnTo>
                <a:lnTo>
                  <a:pt x="2540114" y="4452074"/>
                </a:lnTo>
                <a:lnTo>
                  <a:pt x="2565908" y="4434751"/>
                </a:lnTo>
                <a:lnTo>
                  <a:pt x="2583256" y="4408957"/>
                </a:lnTo>
                <a:lnTo>
                  <a:pt x="2589593" y="4377258"/>
                </a:lnTo>
                <a:lnTo>
                  <a:pt x="2588298" y="4364634"/>
                </a:lnTo>
                <a:lnTo>
                  <a:pt x="2567940" y="4321353"/>
                </a:lnTo>
                <a:lnTo>
                  <a:pt x="2515501" y="4267251"/>
                </a:lnTo>
                <a:lnTo>
                  <a:pt x="2511996" y="4263644"/>
                </a:lnTo>
                <a:lnTo>
                  <a:pt x="2544394" y="4228757"/>
                </a:lnTo>
                <a:lnTo>
                  <a:pt x="2574290" y="4191266"/>
                </a:lnTo>
                <a:lnTo>
                  <a:pt x="2601493" y="4151274"/>
                </a:lnTo>
                <a:lnTo>
                  <a:pt x="2615615" y="4126573"/>
                </a:lnTo>
                <a:lnTo>
                  <a:pt x="2625763" y="4108856"/>
                </a:lnTo>
                <a:lnTo>
                  <a:pt x="2646883" y="4064127"/>
                </a:lnTo>
                <a:lnTo>
                  <a:pt x="2664663" y="4017187"/>
                </a:lnTo>
                <a:lnTo>
                  <a:pt x="2678861" y="3968115"/>
                </a:lnTo>
                <a:lnTo>
                  <a:pt x="2689275" y="3917035"/>
                </a:lnTo>
                <a:lnTo>
                  <a:pt x="2695689" y="3864013"/>
                </a:lnTo>
                <a:lnTo>
                  <a:pt x="2695702" y="3863467"/>
                </a:lnTo>
                <a:lnTo>
                  <a:pt x="2695829" y="3860317"/>
                </a:lnTo>
                <a:lnTo>
                  <a:pt x="2697861" y="3809161"/>
                </a:lnTo>
                <a:close/>
              </a:path>
              <a:path w="6132830" h="6121400">
                <a:moveTo>
                  <a:pt x="4019981" y="2228494"/>
                </a:moveTo>
                <a:lnTo>
                  <a:pt x="4012361" y="2187905"/>
                </a:lnTo>
                <a:lnTo>
                  <a:pt x="3929583" y="1999449"/>
                </a:lnTo>
                <a:lnTo>
                  <a:pt x="3861346" y="1844344"/>
                </a:lnTo>
                <a:lnTo>
                  <a:pt x="3653663" y="1372349"/>
                </a:lnTo>
                <a:lnTo>
                  <a:pt x="3653663" y="1844344"/>
                </a:lnTo>
                <a:lnTo>
                  <a:pt x="3236811" y="1844344"/>
                </a:lnTo>
                <a:lnTo>
                  <a:pt x="3444329" y="1357414"/>
                </a:lnTo>
                <a:lnTo>
                  <a:pt x="3653663" y="1844344"/>
                </a:lnTo>
                <a:lnTo>
                  <a:pt x="3653663" y="1372349"/>
                </a:lnTo>
                <a:lnTo>
                  <a:pt x="3539972" y="1113942"/>
                </a:lnTo>
                <a:lnTo>
                  <a:pt x="3501631" y="1060297"/>
                </a:lnTo>
                <a:lnTo>
                  <a:pt x="3444329" y="1041806"/>
                </a:lnTo>
                <a:lnTo>
                  <a:pt x="3413429" y="1046480"/>
                </a:lnTo>
                <a:lnTo>
                  <a:pt x="3367189" y="1082890"/>
                </a:lnTo>
                <a:lnTo>
                  <a:pt x="2883128" y="2176183"/>
                </a:lnTo>
                <a:lnTo>
                  <a:pt x="2871457" y="2214740"/>
                </a:lnTo>
                <a:lnTo>
                  <a:pt x="2870504" y="2228494"/>
                </a:lnTo>
                <a:lnTo>
                  <a:pt x="2877832" y="2263114"/>
                </a:lnTo>
                <a:lnTo>
                  <a:pt x="2898013" y="2291829"/>
                </a:lnTo>
                <a:lnTo>
                  <a:pt x="2928353" y="2311425"/>
                </a:lnTo>
                <a:lnTo>
                  <a:pt x="2966135" y="2318664"/>
                </a:lnTo>
                <a:lnTo>
                  <a:pt x="2996781" y="2314156"/>
                </a:lnTo>
                <a:lnTo>
                  <a:pt x="3023209" y="2301532"/>
                </a:lnTo>
                <a:lnTo>
                  <a:pt x="3044545" y="2282139"/>
                </a:lnTo>
                <a:lnTo>
                  <a:pt x="3059976" y="2257348"/>
                </a:lnTo>
                <a:lnTo>
                  <a:pt x="3170047" y="1999449"/>
                </a:lnTo>
                <a:lnTo>
                  <a:pt x="3720427" y="1999449"/>
                </a:lnTo>
                <a:lnTo>
                  <a:pt x="3830497" y="2257348"/>
                </a:lnTo>
                <a:lnTo>
                  <a:pt x="3867264" y="2301532"/>
                </a:lnTo>
                <a:lnTo>
                  <a:pt x="3924338" y="2318664"/>
                </a:lnTo>
                <a:lnTo>
                  <a:pt x="3962120" y="2311425"/>
                </a:lnTo>
                <a:lnTo>
                  <a:pt x="3992461" y="2291829"/>
                </a:lnTo>
                <a:lnTo>
                  <a:pt x="4012641" y="2263114"/>
                </a:lnTo>
                <a:lnTo>
                  <a:pt x="4019981" y="2228494"/>
                </a:lnTo>
                <a:close/>
              </a:path>
              <a:path w="6132830" h="6121400">
                <a:moveTo>
                  <a:pt x="6132220" y="850900"/>
                </a:moveTo>
                <a:lnTo>
                  <a:pt x="6130861" y="800100"/>
                </a:lnTo>
                <a:lnTo>
                  <a:pt x="6126823" y="749300"/>
                </a:lnTo>
                <a:lnTo>
                  <a:pt x="6120193" y="711200"/>
                </a:lnTo>
                <a:lnTo>
                  <a:pt x="6111037" y="660400"/>
                </a:lnTo>
                <a:lnTo>
                  <a:pt x="6099416" y="609600"/>
                </a:lnTo>
                <a:lnTo>
                  <a:pt x="6085433" y="571500"/>
                </a:lnTo>
                <a:lnTo>
                  <a:pt x="6069127" y="533400"/>
                </a:lnTo>
                <a:lnTo>
                  <a:pt x="6050585" y="482600"/>
                </a:lnTo>
                <a:lnTo>
                  <a:pt x="6029896" y="444500"/>
                </a:lnTo>
                <a:lnTo>
                  <a:pt x="6007100" y="406400"/>
                </a:lnTo>
                <a:lnTo>
                  <a:pt x="5982297" y="368300"/>
                </a:lnTo>
                <a:lnTo>
                  <a:pt x="5955550" y="330200"/>
                </a:lnTo>
                <a:lnTo>
                  <a:pt x="5951766" y="325170"/>
                </a:lnTo>
                <a:lnTo>
                  <a:pt x="5951766" y="850900"/>
                </a:lnTo>
                <a:lnTo>
                  <a:pt x="5951766" y="2540000"/>
                </a:lnTo>
                <a:lnTo>
                  <a:pt x="5950064" y="2578100"/>
                </a:lnTo>
                <a:lnTo>
                  <a:pt x="5945035" y="2628900"/>
                </a:lnTo>
                <a:lnTo>
                  <a:pt x="5936780" y="2679700"/>
                </a:lnTo>
                <a:lnTo>
                  <a:pt x="5925426" y="2717800"/>
                </a:lnTo>
                <a:lnTo>
                  <a:pt x="5911088" y="2768600"/>
                </a:lnTo>
                <a:lnTo>
                  <a:pt x="5893892" y="2806700"/>
                </a:lnTo>
                <a:lnTo>
                  <a:pt x="5873928" y="2844800"/>
                </a:lnTo>
                <a:lnTo>
                  <a:pt x="5851334" y="2882900"/>
                </a:lnTo>
                <a:lnTo>
                  <a:pt x="5826214" y="2921000"/>
                </a:lnTo>
                <a:lnTo>
                  <a:pt x="5798693" y="2959100"/>
                </a:lnTo>
                <a:lnTo>
                  <a:pt x="5768873" y="2997200"/>
                </a:lnTo>
                <a:lnTo>
                  <a:pt x="5736882" y="3022600"/>
                </a:lnTo>
                <a:lnTo>
                  <a:pt x="5702820" y="3060700"/>
                </a:lnTo>
                <a:lnTo>
                  <a:pt x="5666816" y="3086100"/>
                </a:lnTo>
                <a:lnTo>
                  <a:pt x="5628995" y="3111500"/>
                </a:lnTo>
                <a:lnTo>
                  <a:pt x="5589448" y="3136900"/>
                </a:lnTo>
                <a:lnTo>
                  <a:pt x="5548312" y="3149600"/>
                </a:lnTo>
                <a:lnTo>
                  <a:pt x="5505678" y="3175000"/>
                </a:lnTo>
                <a:lnTo>
                  <a:pt x="5416448" y="3200400"/>
                </a:lnTo>
                <a:lnTo>
                  <a:pt x="5370068" y="3200400"/>
                </a:lnTo>
                <a:lnTo>
                  <a:pt x="5322659" y="3213100"/>
                </a:lnTo>
                <a:lnTo>
                  <a:pt x="5239334" y="3213100"/>
                </a:lnTo>
                <a:lnTo>
                  <a:pt x="5210695" y="3238500"/>
                </a:lnTo>
                <a:lnTo>
                  <a:pt x="5191341" y="3263900"/>
                </a:lnTo>
                <a:lnTo>
                  <a:pt x="5184127" y="3302000"/>
                </a:lnTo>
                <a:lnTo>
                  <a:pt x="5184051" y="3314700"/>
                </a:lnTo>
                <a:lnTo>
                  <a:pt x="5183962" y="3327400"/>
                </a:lnTo>
                <a:lnTo>
                  <a:pt x="5183886" y="3340100"/>
                </a:lnTo>
                <a:lnTo>
                  <a:pt x="5177396" y="4343400"/>
                </a:lnTo>
                <a:lnTo>
                  <a:pt x="4393247" y="3517900"/>
                </a:lnTo>
                <a:lnTo>
                  <a:pt x="4139920" y="3251200"/>
                </a:lnTo>
                <a:lnTo>
                  <a:pt x="4139920" y="3200400"/>
                </a:lnTo>
                <a:lnTo>
                  <a:pt x="4138218" y="3149600"/>
                </a:lnTo>
                <a:lnTo>
                  <a:pt x="4133202" y="3098800"/>
                </a:lnTo>
                <a:lnTo>
                  <a:pt x="4124972" y="3060700"/>
                </a:lnTo>
                <a:lnTo>
                  <a:pt x="4113657" y="3009900"/>
                </a:lnTo>
                <a:lnTo>
                  <a:pt x="4099369" y="2971800"/>
                </a:lnTo>
                <a:lnTo>
                  <a:pt x="4082211" y="2921000"/>
                </a:lnTo>
                <a:lnTo>
                  <a:pt x="4062323" y="2882900"/>
                </a:lnTo>
                <a:lnTo>
                  <a:pt x="4039793" y="2844800"/>
                </a:lnTo>
                <a:lnTo>
                  <a:pt x="4014749" y="2806700"/>
                </a:lnTo>
                <a:lnTo>
                  <a:pt x="3987304" y="2768600"/>
                </a:lnTo>
                <a:lnTo>
                  <a:pt x="3959466" y="2732913"/>
                </a:lnTo>
                <a:lnTo>
                  <a:pt x="3959466" y="3200400"/>
                </a:lnTo>
                <a:lnTo>
                  <a:pt x="3959466" y="4483100"/>
                </a:lnTo>
                <a:lnTo>
                  <a:pt x="3957193" y="4521200"/>
                </a:lnTo>
                <a:lnTo>
                  <a:pt x="3950525" y="4572000"/>
                </a:lnTo>
                <a:lnTo>
                  <a:pt x="3939654" y="4622800"/>
                </a:lnTo>
                <a:lnTo>
                  <a:pt x="3924808" y="4660900"/>
                </a:lnTo>
                <a:lnTo>
                  <a:pt x="3906189" y="4699000"/>
                </a:lnTo>
                <a:lnTo>
                  <a:pt x="3884003" y="4737100"/>
                </a:lnTo>
                <a:lnTo>
                  <a:pt x="3858463" y="4775200"/>
                </a:lnTo>
                <a:lnTo>
                  <a:pt x="3829774" y="4813300"/>
                </a:lnTo>
                <a:lnTo>
                  <a:pt x="3798151" y="4838700"/>
                </a:lnTo>
                <a:lnTo>
                  <a:pt x="3763810" y="4876800"/>
                </a:lnTo>
                <a:lnTo>
                  <a:pt x="3726929" y="4902200"/>
                </a:lnTo>
                <a:lnTo>
                  <a:pt x="3687749" y="4914900"/>
                </a:lnTo>
                <a:lnTo>
                  <a:pt x="3646474" y="4940300"/>
                </a:lnTo>
                <a:lnTo>
                  <a:pt x="3603307" y="4953000"/>
                </a:lnTo>
                <a:lnTo>
                  <a:pt x="3558451" y="4965700"/>
                </a:lnTo>
                <a:lnTo>
                  <a:pt x="3512134" y="4965700"/>
                </a:lnTo>
                <a:lnTo>
                  <a:pt x="3464547" y="4978400"/>
                </a:lnTo>
                <a:lnTo>
                  <a:pt x="1564576" y="4978400"/>
                </a:lnTo>
                <a:lnTo>
                  <a:pt x="1548688" y="4991100"/>
                </a:lnTo>
                <a:lnTo>
                  <a:pt x="1534795" y="5003800"/>
                </a:lnTo>
                <a:lnTo>
                  <a:pt x="770521" y="5803900"/>
                </a:lnTo>
                <a:lnTo>
                  <a:pt x="765708" y="5067300"/>
                </a:lnTo>
                <a:lnTo>
                  <a:pt x="758431" y="5029200"/>
                </a:lnTo>
                <a:lnTo>
                  <a:pt x="739051" y="5003800"/>
                </a:lnTo>
                <a:lnTo>
                  <a:pt x="710438" y="4978400"/>
                </a:lnTo>
                <a:lnTo>
                  <a:pt x="675487" y="4978400"/>
                </a:lnTo>
                <a:lnTo>
                  <a:pt x="627875" y="4965700"/>
                </a:lnTo>
                <a:lnTo>
                  <a:pt x="581533" y="4965700"/>
                </a:lnTo>
                <a:lnTo>
                  <a:pt x="536676" y="4953000"/>
                </a:lnTo>
                <a:lnTo>
                  <a:pt x="493483" y="4940300"/>
                </a:lnTo>
                <a:lnTo>
                  <a:pt x="452196" y="4914900"/>
                </a:lnTo>
                <a:lnTo>
                  <a:pt x="413004" y="4902200"/>
                </a:lnTo>
                <a:lnTo>
                  <a:pt x="376135" y="4876800"/>
                </a:lnTo>
                <a:lnTo>
                  <a:pt x="341769" y="4838700"/>
                </a:lnTo>
                <a:lnTo>
                  <a:pt x="310146" y="4813300"/>
                </a:lnTo>
                <a:lnTo>
                  <a:pt x="281457" y="4775200"/>
                </a:lnTo>
                <a:lnTo>
                  <a:pt x="255905" y="4737100"/>
                </a:lnTo>
                <a:lnTo>
                  <a:pt x="233718" y="4699000"/>
                </a:lnTo>
                <a:lnTo>
                  <a:pt x="215099" y="4660900"/>
                </a:lnTo>
                <a:lnTo>
                  <a:pt x="200253" y="4622800"/>
                </a:lnTo>
                <a:lnTo>
                  <a:pt x="189382" y="4572000"/>
                </a:lnTo>
                <a:lnTo>
                  <a:pt x="182714" y="4521200"/>
                </a:lnTo>
                <a:lnTo>
                  <a:pt x="180441" y="4483100"/>
                </a:lnTo>
                <a:lnTo>
                  <a:pt x="180441" y="3200400"/>
                </a:lnTo>
                <a:lnTo>
                  <a:pt x="182714" y="3149600"/>
                </a:lnTo>
                <a:lnTo>
                  <a:pt x="189382" y="3098800"/>
                </a:lnTo>
                <a:lnTo>
                  <a:pt x="200253" y="3060700"/>
                </a:lnTo>
                <a:lnTo>
                  <a:pt x="215099" y="3009900"/>
                </a:lnTo>
                <a:lnTo>
                  <a:pt x="233718" y="2971800"/>
                </a:lnTo>
                <a:lnTo>
                  <a:pt x="255905" y="2933700"/>
                </a:lnTo>
                <a:lnTo>
                  <a:pt x="281457" y="2895600"/>
                </a:lnTo>
                <a:lnTo>
                  <a:pt x="310146" y="2857500"/>
                </a:lnTo>
                <a:lnTo>
                  <a:pt x="341769" y="2832100"/>
                </a:lnTo>
                <a:lnTo>
                  <a:pt x="376135" y="2806700"/>
                </a:lnTo>
                <a:lnTo>
                  <a:pt x="413004" y="2781300"/>
                </a:lnTo>
                <a:lnTo>
                  <a:pt x="452196" y="2755900"/>
                </a:lnTo>
                <a:lnTo>
                  <a:pt x="493483" y="2730500"/>
                </a:lnTo>
                <a:lnTo>
                  <a:pt x="536676" y="2717800"/>
                </a:lnTo>
                <a:lnTo>
                  <a:pt x="581533" y="2705100"/>
                </a:lnTo>
                <a:lnTo>
                  <a:pt x="3558451" y="2705100"/>
                </a:lnTo>
                <a:lnTo>
                  <a:pt x="3603307" y="2717800"/>
                </a:lnTo>
                <a:lnTo>
                  <a:pt x="3646474" y="2730500"/>
                </a:lnTo>
                <a:lnTo>
                  <a:pt x="3687749" y="2755900"/>
                </a:lnTo>
                <a:lnTo>
                  <a:pt x="3726929" y="2781300"/>
                </a:lnTo>
                <a:lnTo>
                  <a:pt x="3763810" y="2806700"/>
                </a:lnTo>
                <a:lnTo>
                  <a:pt x="3798151" y="2832100"/>
                </a:lnTo>
                <a:lnTo>
                  <a:pt x="3829774" y="2857500"/>
                </a:lnTo>
                <a:lnTo>
                  <a:pt x="3858463" y="2895600"/>
                </a:lnTo>
                <a:lnTo>
                  <a:pt x="3884003" y="2933700"/>
                </a:lnTo>
                <a:lnTo>
                  <a:pt x="3906189" y="2971800"/>
                </a:lnTo>
                <a:lnTo>
                  <a:pt x="3924808" y="3009900"/>
                </a:lnTo>
                <a:lnTo>
                  <a:pt x="3939654" y="3060700"/>
                </a:lnTo>
                <a:lnTo>
                  <a:pt x="3950525" y="3098800"/>
                </a:lnTo>
                <a:lnTo>
                  <a:pt x="3957193" y="3149600"/>
                </a:lnTo>
                <a:lnTo>
                  <a:pt x="3959466" y="3200400"/>
                </a:lnTo>
                <a:lnTo>
                  <a:pt x="3959466" y="2732913"/>
                </a:lnTo>
                <a:lnTo>
                  <a:pt x="3957586" y="2730500"/>
                </a:lnTo>
                <a:lnTo>
                  <a:pt x="3925684" y="2705100"/>
                </a:lnTo>
                <a:lnTo>
                  <a:pt x="3891737" y="2679700"/>
                </a:lnTo>
                <a:lnTo>
                  <a:pt x="3855847" y="2641600"/>
                </a:lnTo>
                <a:lnTo>
                  <a:pt x="3818128" y="2616200"/>
                </a:lnTo>
                <a:lnTo>
                  <a:pt x="3778707" y="2603500"/>
                </a:lnTo>
                <a:lnTo>
                  <a:pt x="3737686" y="2578100"/>
                </a:lnTo>
                <a:lnTo>
                  <a:pt x="3651326" y="2552700"/>
                </a:lnTo>
                <a:lnTo>
                  <a:pt x="3559975" y="2527300"/>
                </a:lnTo>
                <a:lnTo>
                  <a:pt x="938949" y="2527300"/>
                </a:lnTo>
                <a:lnTo>
                  <a:pt x="938949" y="850900"/>
                </a:lnTo>
                <a:lnTo>
                  <a:pt x="940650" y="800100"/>
                </a:lnTo>
                <a:lnTo>
                  <a:pt x="945680" y="749300"/>
                </a:lnTo>
                <a:lnTo>
                  <a:pt x="953935" y="711200"/>
                </a:lnTo>
                <a:lnTo>
                  <a:pt x="965276" y="660400"/>
                </a:lnTo>
                <a:lnTo>
                  <a:pt x="979601" y="622300"/>
                </a:lnTo>
                <a:lnTo>
                  <a:pt x="996810" y="571500"/>
                </a:lnTo>
                <a:lnTo>
                  <a:pt x="1016749" y="533400"/>
                </a:lnTo>
                <a:lnTo>
                  <a:pt x="1039342" y="495300"/>
                </a:lnTo>
                <a:lnTo>
                  <a:pt x="1064450" y="457200"/>
                </a:lnTo>
                <a:lnTo>
                  <a:pt x="1091971" y="419100"/>
                </a:lnTo>
                <a:lnTo>
                  <a:pt x="1121778" y="393700"/>
                </a:lnTo>
                <a:lnTo>
                  <a:pt x="1153756" y="355600"/>
                </a:lnTo>
                <a:lnTo>
                  <a:pt x="1187805" y="330200"/>
                </a:lnTo>
                <a:lnTo>
                  <a:pt x="1223784" y="304800"/>
                </a:lnTo>
                <a:lnTo>
                  <a:pt x="1261605" y="279400"/>
                </a:lnTo>
                <a:lnTo>
                  <a:pt x="1301127" y="254000"/>
                </a:lnTo>
                <a:lnTo>
                  <a:pt x="1342263" y="228600"/>
                </a:lnTo>
                <a:lnTo>
                  <a:pt x="1428851" y="203200"/>
                </a:lnTo>
                <a:lnTo>
                  <a:pt x="1520444" y="177800"/>
                </a:lnTo>
                <a:lnTo>
                  <a:pt x="5370068" y="177800"/>
                </a:lnTo>
                <a:lnTo>
                  <a:pt x="5461686" y="203200"/>
                </a:lnTo>
                <a:lnTo>
                  <a:pt x="5548312" y="228600"/>
                </a:lnTo>
                <a:lnTo>
                  <a:pt x="5589448" y="254000"/>
                </a:lnTo>
                <a:lnTo>
                  <a:pt x="5628995" y="279400"/>
                </a:lnTo>
                <a:lnTo>
                  <a:pt x="5666816" y="304800"/>
                </a:lnTo>
                <a:lnTo>
                  <a:pt x="5702820" y="330200"/>
                </a:lnTo>
                <a:lnTo>
                  <a:pt x="5736882" y="355600"/>
                </a:lnTo>
                <a:lnTo>
                  <a:pt x="5768873" y="393700"/>
                </a:lnTo>
                <a:lnTo>
                  <a:pt x="5798693" y="419100"/>
                </a:lnTo>
                <a:lnTo>
                  <a:pt x="5826214" y="457200"/>
                </a:lnTo>
                <a:lnTo>
                  <a:pt x="5851334" y="495300"/>
                </a:lnTo>
                <a:lnTo>
                  <a:pt x="5873928" y="533400"/>
                </a:lnTo>
                <a:lnTo>
                  <a:pt x="5893892" y="571500"/>
                </a:lnTo>
                <a:lnTo>
                  <a:pt x="5911088" y="622300"/>
                </a:lnTo>
                <a:lnTo>
                  <a:pt x="5925426" y="660400"/>
                </a:lnTo>
                <a:lnTo>
                  <a:pt x="5936780" y="711200"/>
                </a:lnTo>
                <a:lnTo>
                  <a:pt x="5945035" y="749300"/>
                </a:lnTo>
                <a:lnTo>
                  <a:pt x="5950064" y="800100"/>
                </a:lnTo>
                <a:lnTo>
                  <a:pt x="5951766" y="850900"/>
                </a:lnTo>
                <a:lnTo>
                  <a:pt x="5951766" y="325170"/>
                </a:lnTo>
                <a:lnTo>
                  <a:pt x="5926937" y="292100"/>
                </a:lnTo>
                <a:lnTo>
                  <a:pt x="5896534" y="266700"/>
                </a:lnTo>
                <a:lnTo>
                  <a:pt x="5864390" y="228600"/>
                </a:lnTo>
                <a:lnTo>
                  <a:pt x="5830608" y="203200"/>
                </a:lnTo>
                <a:lnTo>
                  <a:pt x="5807024" y="177800"/>
                </a:lnTo>
                <a:lnTo>
                  <a:pt x="5795238" y="165100"/>
                </a:lnTo>
                <a:lnTo>
                  <a:pt x="5758370" y="139700"/>
                </a:lnTo>
                <a:lnTo>
                  <a:pt x="5720067" y="114300"/>
                </a:lnTo>
                <a:lnTo>
                  <a:pt x="5680405" y="101600"/>
                </a:lnTo>
                <a:lnTo>
                  <a:pt x="5639460" y="76200"/>
                </a:lnTo>
                <a:lnTo>
                  <a:pt x="5597309" y="50800"/>
                </a:lnTo>
                <a:lnTo>
                  <a:pt x="5554002" y="38100"/>
                </a:lnTo>
                <a:lnTo>
                  <a:pt x="5417998" y="0"/>
                </a:lnTo>
                <a:lnTo>
                  <a:pt x="1472514" y="0"/>
                </a:lnTo>
                <a:lnTo>
                  <a:pt x="1336548" y="38100"/>
                </a:lnTo>
                <a:lnTo>
                  <a:pt x="1293253" y="50800"/>
                </a:lnTo>
                <a:lnTo>
                  <a:pt x="1251102" y="76200"/>
                </a:lnTo>
                <a:lnTo>
                  <a:pt x="1210170" y="101600"/>
                </a:lnTo>
                <a:lnTo>
                  <a:pt x="1170520" y="114300"/>
                </a:lnTo>
                <a:lnTo>
                  <a:pt x="1132230" y="139700"/>
                </a:lnTo>
                <a:lnTo>
                  <a:pt x="1095375" y="165100"/>
                </a:lnTo>
                <a:lnTo>
                  <a:pt x="1060018" y="203200"/>
                </a:lnTo>
                <a:lnTo>
                  <a:pt x="1026236" y="228600"/>
                </a:lnTo>
                <a:lnTo>
                  <a:pt x="994117" y="266700"/>
                </a:lnTo>
                <a:lnTo>
                  <a:pt x="963714" y="292100"/>
                </a:lnTo>
                <a:lnTo>
                  <a:pt x="935101" y="330200"/>
                </a:lnTo>
                <a:lnTo>
                  <a:pt x="908367" y="368300"/>
                </a:lnTo>
                <a:lnTo>
                  <a:pt x="883577" y="406400"/>
                </a:lnTo>
                <a:lnTo>
                  <a:pt x="860793" y="444500"/>
                </a:lnTo>
                <a:lnTo>
                  <a:pt x="840105" y="482600"/>
                </a:lnTo>
                <a:lnTo>
                  <a:pt x="821563" y="533400"/>
                </a:lnTo>
                <a:lnTo>
                  <a:pt x="805268" y="571500"/>
                </a:lnTo>
                <a:lnTo>
                  <a:pt x="791286" y="609600"/>
                </a:lnTo>
                <a:lnTo>
                  <a:pt x="779678" y="660400"/>
                </a:lnTo>
                <a:lnTo>
                  <a:pt x="770521" y="711200"/>
                </a:lnTo>
                <a:lnTo>
                  <a:pt x="763879" y="749300"/>
                </a:lnTo>
                <a:lnTo>
                  <a:pt x="759853" y="800100"/>
                </a:lnTo>
                <a:lnTo>
                  <a:pt x="758494" y="850900"/>
                </a:lnTo>
                <a:lnTo>
                  <a:pt x="758494" y="2527300"/>
                </a:lnTo>
                <a:lnTo>
                  <a:pt x="580047" y="2527300"/>
                </a:lnTo>
                <a:lnTo>
                  <a:pt x="488696" y="2552700"/>
                </a:lnTo>
                <a:lnTo>
                  <a:pt x="402323" y="2578100"/>
                </a:lnTo>
                <a:lnTo>
                  <a:pt x="361289" y="2603500"/>
                </a:lnTo>
                <a:lnTo>
                  <a:pt x="321868" y="2616200"/>
                </a:lnTo>
                <a:lnTo>
                  <a:pt x="284137" y="2641600"/>
                </a:lnTo>
                <a:lnTo>
                  <a:pt x="248246" y="2679700"/>
                </a:lnTo>
                <a:lnTo>
                  <a:pt x="214287" y="2705100"/>
                </a:lnTo>
                <a:lnTo>
                  <a:pt x="182384" y="2730500"/>
                </a:lnTo>
                <a:lnTo>
                  <a:pt x="152654" y="2768600"/>
                </a:lnTo>
                <a:lnTo>
                  <a:pt x="125196" y="2806700"/>
                </a:lnTo>
                <a:lnTo>
                  <a:pt x="100152" y="2844800"/>
                </a:lnTo>
                <a:lnTo>
                  <a:pt x="77622" y="2882900"/>
                </a:lnTo>
                <a:lnTo>
                  <a:pt x="57721" y="2921000"/>
                </a:lnTo>
                <a:lnTo>
                  <a:pt x="40563" y="2971800"/>
                </a:lnTo>
                <a:lnTo>
                  <a:pt x="26263" y="3009900"/>
                </a:lnTo>
                <a:lnTo>
                  <a:pt x="14947" y="3060700"/>
                </a:lnTo>
                <a:lnTo>
                  <a:pt x="6718" y="3098800"/>
                </a:lnTo>
                <a:lnTo>
                  <a:pt x="1689" y="3149600"/>
                </a:lnTo>
                <a:lnTo>
                  <a:pt x="0" y="3200400"/>
                </a:lnTo>
                <a:lnTo>
                  <a:pt x="0" y="4483100"/>
                </a:lnTo>
                <a:lnTo>
                  <a:pt x="1714" y="4521200"/>
                </a:lnTo>
                <a:lnTo>
                  <a:pt x="6794" y="4572000"/>
                </a:lnTo>
                <a:lnTo>
                  <a:pt x="15113" y="4622800"/>
                </a:lnTo>
                <a:lnTo>
                  <a:pt x="26555" y="4660900"/>
                </a:lnTo>
                <a:lnTo>
                  <a:pt x="41008" y="4711700"/>
                </a:lnTo>
                <a:lnTo>
                  <a:pt x="58356" y="4749800"/>
                </a:lnTo>
                <a:lnTo>
                  <a:pt x="78473" y="4800600"/>
                </a:lnTo>
                <a:lnTo>
                  <a:pt x="101257" y="4838700"/>
                </a:lnTo>
                <a:lnTo>
                  <a:pt x="126568" y="4876800"/>
                </a:lnTo>
                <a:lnTo>
                  <a:pt x="154305" y="4902200"/>
                </a:lnTo>
                <a:lnTo>
                  <a:pt x="184353" y="4940300"/>
                </a:lnTo>
                <a:lnTo>
                  <a:pt x="216585" y="4978400"/>
                </a:lnTo>
                <a:lnTo>
                  <a:pt x="250888" y="5003800"/>
                </a:lnTo>
                <a:lnTo>
                  <a:pt x="287147" y="5029200"/>
                </a:lnTo>
                <a:lnTo>
                  <a:pt x="325247" y="5054600"/>
                </a:lnTo>
                <a:lnTo>
                  <a:pt x="365061" y="5080000"/>
                </a:lnTo>
                <a:lnTo>
                  <a:pt x="406488" y="5092700"/>
                </a:lnTo>
                <a:lnTo>
                  <a:pt x="449389" y="5118100"/>
                </a:lnTo>
                <a:lnTo>
                  <a:pt x="539191" y="5143500"/>
                </a:lnTo>
                <a:lnTo>
                  <a:pt x="585863" y="5143500"/>
                </a:lnTo>
                <a:lnTo>
                  <a:pt x="585939" y="5156200"/>
                </a:lnTo>
                <a:lnTo>
                  <a:pt x="591515" y="6032500"/>
                </a:lnTo>
                <a:lnTo>
                  <a:pt x="607263" y="6083300"/>
                </a:lnTo>
                <a:lnTo>
                  <a:pt x="648538" y="6108700"/>
                </a:lnTo>
                <a:lnTo>
                  <a:pt x="656666" y="6108700"/>
                </a:lnTo>
                <a:lnTo>
                  <a:pt x="664959" y="6121400"/>
                </a:lnTo>
                <a:lnTo>
                  <a:pt x="699719" y="6121400"/>
                </a:lnTo>
                <a:lnTo>
                  <a:pt x="716978" y="6108700"/>
                </a:lnTo>
                <a:lnTo>
                  <a:pt x="732955" y="6108700"/>
                </a:lnTo>
                <a:lnTo>
                  <a:pt x="747064" y="6096000"/>
                </a:lnTo>
                <a:lnTo>
                  <a:pt x="1024242" y="5803900"/>
                </a:lnTo>
                <a:lnTo>
                  <a:pt x="1638858" y="5156200"/>
                </a:lnTo>
                <a:lnTo>
                  <a:pt x="3512718" y="5156200"/>
                </a:lnTo>
                <a:lnTo>
                  <a:pt x="3559975" y="5143500"/>
                </a:lnTo>
                <a:lnTo>
                  <a:pt x="3606215" y="5143500"/>
                </a:lnTo>
                <a:lnTo>
                  <a:pt x="3695192" y="5118100"/>
                </a:lnTo>
                <a:lnTo>
                  <a:pt x="3737686" y="5092700"/>
                </a:lnTo>
                <a:lnTo>
                  <a:pt x="3778707" y="5080000"/>
                </a:lnTo>
                <a:lnTo>
                  <a:pt x="3818128" y="5054600"/>
                </a:lnTo>
                <a:lnTo>
                  <a:pt x="3855847" y="5029200"/>
                </a:lnTo>
                <a:lnTo>
                  <a:pt x="3891737" y="5003800"/>
                </a:lnTo>
                <a:lnTo>
                  <a:pt x="3925684" y="4965700"/>
                </a:lnTo>
                <a:lnTo>
                  <a:pt x="3957586" y="4940300"/>
                </a:lnTo>
                <a:lnTo>
                  <a:pt x="3987304" y="4902200"/>
                </a:lnTo>
                <a:lnTo>
                  <a:pt x="4014749" y="4864100"/>
                </a:lnTo>
                <a:lnTo>
                  <a:pt x="4039793" y="4838700"/>
                </a:lnTo>
                <a:lnTo>
                  <a:pt x="4062323" y="4787900"/>
                </a:lnTo>
                <a:lnTo>
                  <a:pt x="4082211" y="4749800"/>
                </a:lnTo>
                <a:lnTo>
                  <a:pt x="4099369" y="4711700"/>
                </a:lnTo>
                <a:lnTo>
                  <a:pt x="4113657" y="4660900"/>
                </a:lnTo>
                <a:lnTo>
                  <a:pt x="4124972" y="4622800"/>
                </a:lnTo>
                <a:lnTo>
                  <a:pt x="4133202" y="4572000"/>
                </a:lnTo>
                <a:lnTo>
                  <a:pt x="4138218" y="4521200"/>
                </a:lnTo>
                <a:lnTo>
                  <a:pt x="4139920" y="4483100"/>
                </a:lnTo>
                <a:lnTo>
                  <a:pt x="4139920" y="3517900"/>
                </a:lnTo>
                <a:lnTo>
                  <a:pt x="5200726" y="4622800"/>
                </a:lnTo>
                <a:lnTo>
                  <a:pt x="5214899" y="4635500"/>
                </a:lnTo>
                <a:lnTo>
                  <a:pt x="5230876" y="4648200"/>
                </a:lnTo>
                <a:lnTo>
                  <a:pt x="5248148" y="4648200"/>
                </a:lnTo>
                <a:lnTo>
                  <a:pt x="5266169" y="4660900"/>
                </a:lnTo>
                <a:lnTo>
                  <a:pt x="5274513" y="4660900"/>
                </a:lnTo>
                <a:lnTo>
                  <a:pt x="5282870" y="4648200"/>
                </a:lnTo>
                <a:lnTo>
                  <a:pt x="5299380" y="4648200"/>
                </a:lnTo>
                <a:lnTo>
                  <a:pt x="5340616" y="4622800"/>
                </a:lnTo>
                <a:lnTo>
                  <a:pt x="5356403" y="4572000"/>
                </a:lnTo>
                <a:lnTo>
                  <a:pt x="5357863" y="4343400"/>
                </a:lnTo>
                <a:lnTo>
                  <a:pt x="5363984" y="3390900"/>
                </a:lnTo>
                <a:lnTo>
                  <a:pt x="5458117" y="3365500"/>
                </a:lnTo>
                <a:lnTo>
                  <a:pt x="5503850" y="3365500"/>
                </a:lnTo>
                <a:lnTo>
                  <a:pt x="5548579" y="3340100"/>
                </a:lnTo>
                <a:lnTo>
                  <a:pt x="5634761" y="3314700"/>
                </a:lnTo>
                <a:lnTo>
                  <a:pt x="5676074" y="3289300"/>
                </a:lnTo>
                <a:lnTo>
                  <a:pt x="5716079" y="3263900"/>
                </a:lnTo>
                <a:lnTo>
                  <a:pt x="5754725" y="3238500"/>
                </a:lnTo>
                <a:lnTo>
                  <a:pt x="5791936" y="3213100"/>
                </a:lnTo>
                <a:lnTo>
                  <a:pt x="5827623" y="3187700"/>
                </a:lnTo>
                <a:lnTo>
                  <a:pt x="5861723" y="3162300"/>
                </a:lnTo>
                <a:lnTo>
                  <a:pt x="5894171" y="3124200"/>
                </a:lnTo>
                <a:lnTo>
                  <a:pt x="5924867" y="3086100"/>
                </a:lnTo>
                <a:lnTo>
                  <a:pt x="5953760" y="3060700"/>
                </a:lnTo>
                <a:lnTo>
                  <a:pt x="5980773" y="3022600"/>
                </a:lnTo>
                <a:lnTo>
                  <a:pt x="6005817" y="2984500"/>
                </a:lnTo>
                <a:lnTo>
                  <a:pt x="6028829" y="2946400"/>
                </a:lnTo>
                <a:lnTo>
                  <a:pt x="6049746" y="2895600"/>
                </a:lnTo>
                <a:lnTo>
                  <a:pt x="6068466" y="2857500"/>
                </a:lnTo>
                <a:lnTo>
                  <a:pt x="6084938" y="2819400"/>
                </a:lnTo>
                <a:lnTo>
                  <a:pt x="6099073" y="2768600"/>
                </a:lnTo>
                <a:lnTo>
                  <a:pt x="6110808" y="2730500"/>
                </a:lnTo>
                <a:lnTo>
                  <a:pt x="6120066" y="2679700"/>
                </a:lnTo>
                <a:lnTo>
                  <a:pt x="6126772" y="2628900"/>
                </a:lnTo>
                <a:lnTo>
                  <a:pt x="6130849" y="2578100"/>
                </a:lnTo>
                <a:lnTo>
                  <a:pt x="6132220" y="2540000"/>
                </a:lnTo>
                <a:lnTo>
                  <a:pt x="6132220" y="850900"/>
                </a:lnTo>
                <a:close/>
              </a:path>
            </a:pathLst>
          </a:custGeom>
          <a:solidFill>
            <a:srgbClr val="4F583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99773" y="2776127"/>
            <a:ext cx="6695833" cy="425147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945620" y="4481175"/>
            <a:ext cx="589978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505" dirty="0">
                <a:solidFill>
                  <a:srgbClr val="BF0000"/>
                </a:solidFill>
                <a:latin typeface="Palatino Linotype"/>
                <a:cs typeface="Palatino Linotype"/>
              </a:rPr>
              <a:t>THANK</a:t>
            </a:r>
            <a:r>
              <a:rPr sz="6600" spc="254" dirty="0">
                <a:solidFill>
                  <a:srgbClr val="BF0000"/>
                </a:solidFill>
                <a:latin typeface="Palatino Linotype"/>
                <a:cs typeface="Palatino Linotype"/>
              </a:rPr>
              <a:t> </a:t>
            </a:r>
            <a:r>
              <a:rPr sz="6600" spc="620" dirty="0">
                <a:solidFill>
                  <a:srgbClr val="BF0000"/>
                </a:solidFill>
                <a:latin typeface="Palatino Linotype"/>
                <a:cs typeface="Palatino Linotype"/>
              </a:rPr>
              <a:t>YOU</a:t>
            </a:r>
            <a:endParaRPr sz="66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386</TotalTime>
  <Words>655</Words>
  <Application>Microsoft Office PowerPoint</Application>
  <PresentationFormat>Custom</PresentationFormat>
  <Paragraphs>82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6" baseType="lpstr">
      <vt:lpstr>Adobe Clean Han</vt:lpstr>
      <vt:lpstr>Aptos</vt:lpstr>
      <vt:lpstr>Aptos Narrow</vt:lpstr>
      <vt:lpstr>Arial</vt:lpstr>
      <vt:lpstr>Arial Black</vt:lpstr>
      <vt:lpstr>Berlin Sans FB Demi</vt:lpstr>
      <vt:lpstr>Calibri</vt:lpstr>
      <vt:lpstr>Cascadia Mono SemiBold</vt:lpstr>
      <vt:lpstr>Century</vt:lpstr>
      <vt:lpstr>Lucida Sans</vt:lpstr>
      <vt:lpstr>Microsoft Sans Serif</vt:lpstr>
      <vt:lpstr>Palatino Linotype</vt:lpstr>
      <vt:lpstr>Segoe UI Symbol</vt:lpstr>
      <vt:lpstr>Times New Roman</vt:lpstr>
      <vt:lpstr>Wingdings</vt:lpstr>
      <vt:lpstr>Office Theme</vt:lpstr>
      <vt:lpstr>PROJECT ON</vt:lpstr>
      <vt:lpstr>OBJECTIVES</vt:lpstr>
      <vt:lpstr>PowerPoint Presentation</vt:lpstr>
      <vt:lpstr>PowerPoint Presentation</vt:lpstr>
      <vt:lpstr>PowerPoint Presentation</vt:lpstr>
      <vt:lpstr>PowerPoint Presentation</vt:lpstr>
      <vt:lpstr>General &amp; Comparative Analysis</vt:lpstr>
      <vt:lpstr>Top 5 Expensive vs Top 5 Cheapest Laptops</vt:lpstr>
      <vt:lpstr>PowerPoint Presentation</vt:lpstr>
      <vt:lpstr>Trend Analyis over  Specifications</vt:lpstr>
      <vt:lpstr>PowerPoint Presentation</vt:lpstr>
      <vt:lpstr>Laptop Market Analysis : Highest vs Lowest Average Priced Brands</vt:lpstr>
      <vt:lpstr>PowerPoint Presentation</vt:lpstr>
      <vt:lpstr>Pricing and Customer Analysis</vt:lpstr>
      <vt:lpstr>PowerPoint Presentation</vt:lpstr>
      <vt:lpstr>Correlation Heat Map</vt:lpstr>
      <vt:lpstr>Key Insights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SQL_PPT_BL</dc:title>
  <dc:creator>19wh1a0590 Tummala Lahari</dc:creator>
  <cp:keywords>DAHBBhSAa6M,BAFEPXFkrl4,0</cp:keywords>
  <cp:lastModifiedBy>Pavan Sai Vidadala</cp:lastModifiedBy>
  <cp:revision>3</cp:revision>
  <dcterms:created xsi:type="dcterms:W3CDTF">2026-07-10T09:43:49Z</dcterms:created>
  <dcterms:modified xsi:type="dcterms:W3CDTF">2026-07-24T20:52:36Z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2026-02-19T00:00:00Z</vt:filetime>
  </property>
  <property fmtid="{D5CDD505-2E9C-101B-9397-08002B2CF9AE}" pid="3" name="Creator">
    <vt:lpwstr>Canva</vt:lpwstr>
  </property>
  <property fmtid="{D5CDD505-2E9C-101B-9397-08002B2CF9AE}" pid="4" name="LastSaved">
    <vt:filetime>2026-07-10T00:00:00Z</vt:filetime>
  </property>
  <property fmtid="{D5CDD505-2E9C-101B-9397-08002B2CF9AE}" pid="5" name="Producer">
    <vt:lpwstr>Canva</vt:lpwstr>
  </property>
</Properties>
</file>